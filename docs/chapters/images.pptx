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56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0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C307C-D2A8-4155-BBE8-3AE618ADF2D1}" v="97" dt="2025-04-14T06:10:12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96" d="100"/>
          <a:sy n="96" d="100"/>
        </p:scale>
        <p:origin x="1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Casson" userId="53cffa54-f866-4b4c-8e51-0383f28edfe1" providerId="ADAL" clId="{644C307C-D2A8-4155-BBE8-3AE618ADF2D1}"/>
    <pc:docChg chg="undo custSel addSld delSld modSld sldOrd">
      <pc:chgData name="Alex Casson" userId="53cffa54-f866-4b4c-8e51-0383f28edfe1" providerId="ADAL" clId="{644C307C-D2A8-4155-BBE8-3AE618ADF2D1}" dt="2025-04-14T06:10:50.412" v="2329" actId="20577"/>
      <pc:docMkLst>
        <pc:docMk/>
      </pc:docMkLst>
      <pc:sldChg chg="addSp delSp modSp new mod">
        <pc:chgData name="Alex Casson" userId="53cffa54-f866-4b4c-8e51-0383f28edfe1" providerId="ADAL" clId="{644C307C-D2A8-4155-BBE8-3AE618ADF2D1}" dt="2025-03-19T07:09:58.053" v="105" actId="1076"/>
        <pc:sldMkLst>
          <pc:docMk/>
          <pc:sldMk cId="3891483945" sldId="265"/>
        </pc:sldMkLst>
        <pc:spChg chg="add mod">
          <ac:chgData name="Alex Casson" userId="53cffa54-f866-4b4c-8e51-0383f28edfe1" providerId="ADAL" clId="{644C307C-D2A8-4155-BBE8-3AE618ADF2D1}" dt="2025-03-19T07:08:16.353" v="12" actId="14100"/>
          <ac:spMkLst>
            <pc:docMk/>
            <pc:sldMk cId="3891483945" sldId="265"/>
            <ac:spMk id="8" creationId="{C79E6605-5471-7422-C9D6-B62D54D3CCAA}"/>
          </ac:spMkLst>
        </pc:spChg>
        <pc:spChg chg="add mod">
          <ac:chgData name="Alex Casson" userId="53cffa54-f866-4b4c-8e51-0383f28edfe1" providerId="ADAL" clId="{644C307C-D2A8-4155-BBE8-3AE618ADF2D1}" dt="2025-03-19T07:08:48.690" v="52" actId="1076"/>
          <ac:spMkLst>
            <pc:docMk/>
            <pc:sldMk cId="3891483945" sldId="265"/>
            <ac:spMk id="9" creationId="{68D70EAD-EAF6-1E7B-58D8-7A6EA558FC23}"/>
          </ac:spMkLst>
        </pc:spChg>
        <pc:spChg chg="add mod">
          <ac:chgData name="Alex Casson" userId="53cffa54-f866-4b4c-8e51-0383f28edfe1" providerId="ADAL" clId="{644C307C-D2A8-4155-BBE8-3AE618ADF2D1}" dt="2025-03-19T07:09:12.099" v="55" actId="14100"/>
          <ac:spMkLst>
            <pc:docMk/>
            <pc:sldMk cId="3891483945" sldId="265"/>
            <ac:spMk id="10" creationId="{D9C23FF3-DE6C-888A-B49E-AA21BF2C5E2A}"/>
          </ac:spMkLst>
        </pc:spChg>
        <pc:spChg chg="add mod">
          <ac:chgData name="Alex Casson" userId="53cffa54-f866-4b4c-8e51-0383f28edfe1" providerId="ADAL" clId="{644C307C-D2A8-4155-BBE8-3AE618ADF2D1}" dt="2025-03-19T07:09:58.053" v="105" actId="1076"/>
          <ac:spMkLst>
            <pc:docMk/>
            <pc:sldMk cId="3891483945" sldId="265"/>
            <ac:spMk id="11" creationId="{F97E4211-A8DF-A663-DBD7-101124379C0F}"/>
          </ac:spMkLst>
        </pc:spChg>
        <pc:picChg chg="add">
          <ac:chgData name="Alex Casson" userId="53cffa54-f866-4b4c-8e51-0383f28edfe1" providerId="ADAL" clId="{644C307C-D2A8-4155-BBE8-3AE618ADF2D1}" dt="2025-03-19T07:04:09.127" v="9" actId="22"/>
          <ac:picMkLst>
            <pc:docMk/>
            <pc:sldMk cId="3891483945" sldId="265"/>
            <ac:picMk id="7" creationId="{9B0E1EEB-3F7C-4E69-36BB-B0FEA53B96A8}"/>
          </ac:picMkLst>
        </pc:picChg>
      </pc:sldChg>
      <pc:sldChg chg="addSp delSp modSp new mod">
        <pc:chgData name="Alex Casson" userId="53cffa54-f866-4b4c-8e51-0383f28edfe1" providerId="ADAL" clId="{644C307C-D2A8-4155-BBE8-3AE618ADF2D1}" dt="2025-03-19T09:03:13.328" v="374" actId="170"/>
        <pc:sldMkLst>
          <pc:docMk/>
          <pc:sldMk cId="4294163264" sldId="266"/>
        </pc:sldMkLst>
        <pc:spChg chg="add mod">
          <ac:chgData name="Alex Casson" userId="53cffa54-f866-4b4c-8e51-0383f28edfe1" providerId="ADAL" clId="{644C307C-D2A8-4155-BBE8-3AE618ADF2D1}" dt="2025-03-19T08:59:55.318" v="109" actId="14100"/>
          <ac:spMkLst>
            <pc:docMk/>
            <pc:sldMk cId="4294163264" sldId="266"/>
            <ac:spMk id="6" creationId="{8D69EE05-5E4A-59F6-8CCB-8782D4967654}"/>
          </ac:spMkLst>
        </pc:spChg>
        <pc:spChg chg="add mod">
          <ac:chgData name="Alex Casson" userId="53cffa54-f866-4b4c-8e51-0383f28edfe1" providerId="ADAL" clId="{644C307C-D2A8-4155-BBE8-3AE618ADF2D1}" dt="2025-03-19T09:00:06.350" v="112" actId="14100"/>
          <ac:spMkLst>
            <pc:docMk/>
            <pc:sldMk cId="4294163264" sldId="266"/>
            <ac:spMk id="7" creationId="{273D6B81-C847-996B-022C-4643FA466AEF}"/>
          </ac:spMkLst>
        </pc:spChg>
        <pc:spChg chg="add mod">
          <ac:chgData name="Alex Casson" userId="53cffa54-f866-4b4c-8e51-0383f28edfe1" providerId="ADAL" clId="{644C307C-D2A8-4155-BBE8-3AE618ADF2D1}" dt="2025-03-19T09:00:27.203" v="169" actId="20577"/>
          <ac:spMkLst>
            <pc:docMk/>
            <pc:sldMk cId="4294163264" sldId="266"/>
            <ac:spMk id="8" creationId="{73102B79-11EA-48B5-315F-5ACD993E9131}"/>
          </ac:spMkLst>
        </pc:spChg>
        <pc:spChg chg="add mod">
          <ac:chgData name="Alex Casson" userId="53cffa54-f866-4b4c-8e51-0383f28edfe1" providerId="ADAL" clId="{644C307C-D2A8-4155-BBE8-3AE618ADF2D1}" dt="2025-03-19T09:01:33.764" v="248" actId="1076"/>
          <ac:spMkLst>
            <pc:docMk/>
            <pc:sldMk cId="4294163264" sldId="266"/>
            <ac:spMk id="10" creationId="{B43CE9E8-EDFA-CC23-96AA-D13B72970683}"/>
          </ac:spMkLst>
        </pc:spChg>
        <pc:spChg chg="add mod">
          <ac:chgData name="Alex Casson" userId="53cffa54-f866-4b4c-8e51-0383f28edfe1" providerId="ADAL" clId="{644C307C-D2A8-4155-BBE8-3AE618ADF2D1}" dt="2025-03-19T09:01:22.950" v="244" actId="14100"/>
          <ac:spMkLst>
            <pc:docMk/>
            <pc:sldMk cId="4294163264" sldId="266"/>
            <ac:spMk id="11" creationId="{11800E64-D5C0-2627-A399-727D5AED8959}"/>
          </ac:spMkLst>
        </pc:spChg>
        <pc:spChg chg="add mod">
          <ac:chgData name="Alex Casson" userId="53cffa54-f866-4b4c-8e51-0383f28edfe1" providerId="ADAL" clId="{644C307C-D2A8-4155-BBE8-3AE618ADF2D1}" dt="2025-03-19T09:01:52.579" v="286" actId="14100"/>
          <ac:spMkLst>
            <pc:docMk/>
            <pc:sldMk cId="4294163264" sldId="266"/>
            <ac:spMk id="13" creationId="{F819B9F5-CE2D-E55C-109C-F87CD3F52A7A}"/>
          </ac:spMkLst>
        </pc:spChg>
        <pc:spChg chg="add mod">
          <ac:chgData name="Alex Casson" userId="53cffa54-f866-4b4c-8e51-0383f28edfe1" providerId="ADAL" clId="{644C307C-D2A8-4155-BBE8-3AE618ADF2D1}" dt="2025-03-19T09:02:25.794" v="294" actId="14100"/>
          <ac:spMkLst>
            <pc:docMk/>
            <pc:sldMk cId="4294163264" sldId="266"/>
            <ac:spMk id="14" creationId="{387FFFAD-2B18-CE34-9E82-B01E90E1AFC8}"/>
          </ac:spMkLst>
        </pc:spChg>
        <pc:spChg chg="add mod ord">
          <ac:chgData name="Alex Casson" userId="53cffa54-f866-4b4c-8e51-0383f28edfe1" providerId="ADAL" clId="{644C307C-D2A8-4155-BBE8-3AE618ADF2D1}" dt="2025-03-19T09:03:13.328" v="374" actId="170"/>
          <ac:spMkLst>
            <pc:docMk/>
            <pc:sldMk cId="4294163264" sldId="266"/>
            <ac:spMk id="15" creationId="{6D269CD3-F4D8-BF5D-6E9F-45A4FE627765}"/>
          </ac:spMkLst>
        </pc:spChg>
        <pc:spChg chg="add mod">
          <ac:chgData name="Alex Casson" userId="53cffa54-f866-4b4c-8e51-0383f28edfe1" providerId="ADAL" clId="{644C307C-D2A8-4155-BBE8-3AE618ADF2D1}" dt="2025-03-19T09:03:09.474" v="373" actId="1076"/>
          <ac:spMkLst>
            <pc:docMk/>
            <pc:sldMk cId="4294163264" sldId="266"/>
            <ac:spMk id="16" creationId="{8BDE2721-9295-7A2D-6674-B44F05B48A18}"/>
          </ac:spMkLst>
        </pc:spChg>
        <pc:picChg chg="add mod">
          <ac:chgData name="Alex Casson" userId="53cffa54-f866-4b4c-8e51-0383f28edfe1" providerId="ADAL" clId="{644C307C-D2A8-4155-BBE8-3AE618ADF2D1}" dt="2025-03-19T09:02:08.813" v="291" actId="1076"/>
          <ac:picMkLst>
            <pc:docMk/>
            <pc:sldMk cId="4294163264" sldId="266"/>
            <ac:picMk id="5" creationId="{FDC17B3B-2924-2B12-E12A-600BFBDA579B}"/>
          </ac:picMkLst>
        </pc:picChg>
        <pc:cxnChg chg="add mod">
          <ac:chgData name="Alex Casson" userId="53cffa54-f866-4b4c-8e51-0383f28edfe1" providerId="ADAL" clId="{644C307C-D2A8-4155-BBE8-3AE618ADF2D1}" dt="2025-03-19T09:01:31.703" v="247" actId="1076"/>
          <ac:cxnSpMkLst>
            <pc:docMk/>
            <pc:sldMk cId="4294163264" sldId="266"/>
            <ac:cxnSpMk id="9" creationId="{DC0988D9-D146-E0E3-1E97-F6E040A4B083}"/>
          </ac:cxnSpMkLst>
        </pc:cxnChg>
        <pc:cxnChg chg="add mod">
          <ac:chgData name="Alex Casson" userId="53cffa54-f866-4b4c-8e51-0383f28edfe1" providerId="ADAL" clId="{644C307C-D2A8-4155-BBE8-3AE618ADF2D1}" dt="2025-03-19T09:01:29.009" v="246" actId="1076"/>
          <ac:cxnSpMkLst>
            <pc:docMk/>
            <pc:sldMk cId="4294163264" sldId="266"/>
            <ac:cxnSpMk id="12" creationId="{39ECEF37-BC1F-A779-20F4-DD4273AE0632}"/>
          </ac:cxnSpMkLst>
        </pc:cxnChg>
      </pc:sldChg>
      <pc:sldChg chg="addSp delSp modSp new mod">
        <pc:chgData name="Alex Casson" userId="53cffa54-f866-4b4c-8e51-0383f28edfe1" providerId="ADAL" clId="{644C307C-D2A8-4155-BBE8-3AE618ADF2D1}" dt="2025-03-20T05:58:29.952" v="410" actId="14100"/>
        <pc:sldMkLst>
          <pc:docMk/>
          <pc:sldMk cId="748486943" sldId="267"/>
        </pc:sldMkLst>
        <pc:spChg chg="add mod">
          <ac:chgData name="Alex Casson" userId="53cffa54-f866-4b4c-8e51-0383f28edfe1" providerId="ADAL" clId="{644C307C-D2A8-4155-BBE8-3AE618ADF2D1}" dt="2025-03-20T05:56:53.071" v="388" actId="1076"/>
          <ac:spMkLst>
            <pc:docMk/>
            <pc:sldMk cId="748486943" sldId="267"/>
            <ac:spMk id="6" creationId="{FE9F208D-C0BE-89B6-769C-B7C8BF0740C5}"/>
          </ac:spMkLst>
        </pc:spChg>
        <pc:spChg chg="add mod">
          <ac:chgData name="Alex Casson" userId="53cffa54-f866-4b4c-8e51-0383f28edfe1" providerId="ADAL" clId="{644C307C-D2A8-4155-BBE8-3AE618ADF2D1}" dt="2025-03-20T05:56:44.396" v="383" actId="14100"/>
          <ac:spMkLst>
            <pc:docMk/>
            <pc:sldMk cId="748486943" sldId="267"/>
            <ac:spMk id="7" creationId="{1558EC0E-6752-87A8-1D41-3BC8F6B7CD7E}"/>
          </ac:spMkLst>
        </pc:spChg>
        <pc:spChg chg="add mod">
          <ac:chgData name="Alex Casson" userId="53cffa54-f866-4b4c-8e51-0383f28edfe1" providerId="ADAL" clId="{644C307C-D2A8-4155-BBE8-3AE618ADF2D1}" dt="2025-03-20T05:57:19.326" v="392" actId="14100"/>
          <ac:spMkLst>
            <pc:docMk/>
            <pc:sldMk cId="748486943" sldId="267"/>
            <ac:spMk id="8" creationId="{4EE92384-2B82-2183-CB92-1B4373463485}"/>
          </ac:spMkLst>
        </pc:spChg>
        <pc:spChg chg="add mod">
          <ac:chgData name="Alex Casson" userId="53cffa54-f866-4b4c-8e51-0383f28edfe1" providerId="ADAL" clId="{644C307C-D2A8-4155-BBE8-3AE618ADF2D1}" dt="2025-03-20T05:57:41.710" v="404" actId="20577"/>
          <ac:spMkLst>
            <pc:docMk/>
            <pc:sldMk cId="748486943" sldId="267"/>
            <ac:spMk id="9" creationId="{E43C5E91-8ABC-B889-0D68-FC89342A2661}"/>
          </ac:spMkLst>
        </pc:spChg>
        <pc:spChg chg="add mod">
          <ac:chgData name="Alex Casson" userId="53cffa54-f866-4b4c-8e51-0383f28edfe1" providerId="ADAL" clId="{644C307C-D2A8-4155-BBE8-3AE618ADF2D1}" dt="2025-03-20T05:58:29.952" v="410" actId="14100"/>
          <ac:spMkLst>
            <pc:docMk/>
            <pc:sldMk cId="748486943" sldId="267"/>
            <ac:spMk id="10" creationId="{8004BF83-D511-E6F5-9862-AAE09728F40D}"/>
          </ac:spMkLst>
        </pc:spChg>
        <pc:picChg chg="add mod">
          <ac:chgData name="Alex Casson" userId="53cffa54-f866-4b4c-8e51-0383f28edfe1" providerId="ADAL" clId="{644C307C-D2A8-4155-BBE8-3AE618ADF2D1}" dt="2025-03-20T05:57:36.669" v="396" actId="1076"/>
          <ac:picMkLst>
            <pc:docMk/>
            <pc:sldMk cId="748486943" sldId="267"/>
            <ac:picMk id="5" creationId="{C0FD0C29-8B82-7E50-5E19-5D42C27B3C4B}"/>
          </ac:picMkLst>
        </pc:picChg>
      </pc:sldChg>
      <pc:sldChg chg="addSp delSp modSp add mod ord">
        <pc:chgData name="Alex Casson" userId="53cffa54-f866-4b4c-8e51-0383f28edfe1" providerId="ADAL" clId="{644C307C-D2A8-4155-BBE8-3AE618ADF2D1}" dt="2025-03-21T06:05:04.055" v="475" actId="14100"/>
        <pc:sldMkLst>
          <pc:docMk/>
          <pc:sldMk cId="1455439260" sldId="268"/>
        </pc:sldMkLst>
        <pc:spChg chg="mod">
          <ac:chgData name="Alex Casson" userId="53cffa54-f866-4b4c-8e51-0383f28edfe1" providerId="ADAL" clId="{644C307C-D2A8-4155-BBE8-3AE618ADF2D1}" dt="2025-03-21T06:04:28.697" v="418" actId="14100"/>
          <ac:spMkLst>
            <pc:docMk/>
            <pc:sldMk cId="1455439260" sldId="268"/>
            <ac:spMk id="10" creationId="{98BE156A-BDA0-614D-1B39-CF363913958C}"/>
          </ac:spMkLst>
        </pc:spChg>
        <pc:spChg chg="mod">
          <ac:chgData name="Alex Casson" userId="53cffa54-f866-4b4c-8e51-0383f28edfe1" providerId="ADAL" clId="{644C307C-D2A8-4155-BBE8-3AE618ADF2D1}" dt="2025-03-21T06:04:50.811" v="472" actId="14100"/>
          <ac:spMkLst>
            <pc:docMk/>
            <pc:sldMk cId="1455439260" sldId="268"/>
            <ac:spMk id="11" creationId="{FD6A817A-FEC1-E7A8-8507-1C8CA6F4A836}"/>
          </ac:spMkLst>
        </pc:spChg>
        <pc:picChg chg="mod">
          <ac:chgData name="Alex Casson" userId="53cffa54-f866-4b4c-8e51-0383f28edfe1" providerId="ADAL" clId="{644C307C-D2A8-4155-BBE8-3AE618ADF2D1}" dt="2025-03-21T06:04:11.620" v="416" actId="1076"/>
          <ac:picMkLst>
            <pc:docMk/>
            <pc:sldMk cId="1455439260" sldId="268"/>
            <ac:picMk id="7" creationId="{BDD9E074-9395-D10F-91F4-16D5533FA30B}"/>
          </ac:picMkLst>
        </pc:picChg>
        <pc:cxnChg chg="add mod">
          <ac:chgData name="Alex Casson" userId="53cffa54-f866-4b4c-8e51-0383f28edfe1" providerId="ADAL" clId="{644C307C-D2A8-4155-BBE8-3AE618ADF2D1}" dt="2025-03-21T06:05:04.055" v="475" actId="14100"/>
          <ac:cxnSpMkLst>
            <pc:docMk/>
            <pc:sldMk cId="1455439260" sldId="268"/>
            <ac:cxnSpMk id="2" creationId="{CFC391DB-32FC-84AF-591D-3B8249C05D3E}"/>
          </ac:cxnSpMkLst>
        </pc:cxnChg>
      </pc:sldChg>
      <pc:sldChg chg="addSp delSp modSp new mod">
        <pc:chgData name="Alex Casson" userId="53cffa54-f866-4b4c-8e51-0383f28edfe1" providerId="ADAL" clId="{644C307C-D2A8-4155-BBE8-3AE618ADF2D1}" dt="2025-03-21T06:28:11.399" v="643" actId="2085"/>
        <pc:sldMkLst>
          <pc:docMk/>
          <pc:sldMk cId="3100029766" sldId="269"/>
        </pc:sldMkLst>
        <pc:spChg chg="add mod">
          <ac:chgData name="Alex Casson" userId="53cffa54-f866-4b4c-8e51-0383f28edfe1" providerId="ADAL" clId="{644C307C-D2A8-4155-BBE8-3AE618ADF2D1}" dt="2025-03-21T06:21:32.297" v="480" actId="1076"/>
          <ac:spMkLst>
            <pc:docMk/>
            <pc:sldMk cId="3100029766" sldId="269"/>
            <ac:spMk id="4" creationId="{6BB77F90-D5DB-2694-2DAF-2ADCF549E88E}"/>
          </ac:spMkLst>
        </pc:spChg>
        <pc:spChg chg="add mod">
          <ac:chgData name="Alex Casson" userId="53cffa54-f866-4b4c-8e51-0383f28edfe1" providerId="ADAL" clId="{644C307C-D2A8-4155-BBE8-3AE618ADF2D1}" dt="2025-03-21T06:22:19.131" v="511" actId="14100"/>
          <ac:spMkLst>
            <pc:docMk/>
            <pc:sldMk cId="3100029766" sldId="269"/>
            <ac:spMk id="5" creationId="{EF08762A-EE92-73BF-5C59-80F5FE88C245}"/>
          </ac:spMkLst>
        </pc:spChg>
        <pc:spChg chg="mod">
          <ac:chgData name="Alex Casson" userId="53cffa54-f866-4b4c-8e51-0383f28edfe1" providerId="ADAL" clId="{644C307C-D2A8-4155-BBE8-3AE618ADF2D1}" dt="2025-03-21T06:22:46.142" v="571" actId="113"/>
          <ac:spMkLst>
            <pc:docMk/>
            <pc:sldMk cId="3100029766" sldId="269"/>
            <ac:spMk id="7" creationId="{02780C38-F740-A15D-C7D9-B64A3D5E43BF}"/>
          </ac:spMkLst>
        </pc:spChg>
        <pc:spChg chg="add mod">
          <ac:chgData name="Alex Casson" userId="53cffa54-f866-4b4c-8e51-0383f28edfe1" providerId="ADAL" clId="{644C307C-D2A8-4155-BBE8-3AE618ADF2D1}" dt="2025-03-21T06:21:32.297" v="480" actId="1076"/>
          <ac:spMkLst>
            <pc:docMk/>
            <pc:sldMk cId="3100029766" sldId="269"/>
            <ac:spMk id="8" creationId="{520BFFCD-84A8-FEC2-92BE-221522A27902}"/>
          </ac:spMkLst>
        </pc:spChg>
        <pc:spChg chg="add mod">
          <ac:chgData name="Alex Casson" userId="53cffa54-f866-4b4c-8e51-0383f28edfe1" providerId="ADAL" clId="{644C307C-D2A8-4155-BBE8-3AE618ADF2D1}" dt="2025-03-21T06:22:54.241" v="575" actId="113"/>
          <ac:spMkLst>
            <pc:docMk/>
            <pc:sldMk cId="3100029766" sldId="269"/>
            <ac:spMk id="9" creationId="{C7BD8848-FC99-94E5-69BE-BD1B235FC9A3}"/>
          </ac:spMkLst>
        </pc:spChg>
        <pc:spChg chg="add mod">
          <ac:chgData name="Alex Casson" userId="53cffa54-f866-4b4c-8e51-0383f28edfe1" providerId="ADAL" clId="{644C307C-D2A8-4155-BBE8-3AE618ADF2D1}" dt="2025-03-21T06:21:32.297" v="480" actId="1076"/>
          <ac:spMkLst>
            <pc:docMk/>
            <pc:sldMk cId="3100029766" sldId="269"/>
            <ac:spMk id="10" creationId="{2B33E151-8E12-6EDA-3CF6-554F459D6B04}"/>
          </ac:spMkLst>
        </pc:spChg>
        <pc:spChg chg="mod">
          <ac:chgData name="Alex Casson" userId="53cffa54-f866-4b4c-8e51-0383f28edfe1" providerId="ADAL" clId="{644C307C-D2A8-4155-BBE8-3AE618ADF2D1}" dt="2025-03-21T06:22:51.269" v="573" actId="14100"/>
          <ac:spMkLst>
            <pc:docMk/>
            <pc:sldMk cId="3100029766" sldId="269"/>
            <ac:spMk id="11" creationId="{A496E3E6-0735-2E12-3195-BB9ECA2F575F}"/>
          </ac:spMkLst>
        </pc:spChg>
        <pc:spChg chg="mod">
          <ac:chgData name="Alex Casson" userId="53cffa54-f866-4b4c-8e51-0383f28edfe1" providerId="ADAL" clId="{644C307C-D2A8-4155-BBE8-3AE618ADF2D1}" dt="2025-03-21T06:23:43.354" v="616" actId="14100"/>
          <ac:spMkLst>
            <pc:docMk/>
            <pc:sldMk cId="3100029766" sldId="269"/>
            <ac:spMk id="13" creationId="{D19A5F1F-8481-EC0D-03B8-608A8B7423E7}"/>
          </ac:spMkLst>
        </pc:spChg>
        <pc:spChg chg="add del mod">
          <ac:chgData name="Alex Casson" userId="53cffa54-f866-4b4c-8e51-0383f28edfe1" providerId="ADAL" clId="{644C307C-D2A8-4155-BBE8-3AE618ADF2D1}" dt="2025-03-21T06:27:20.026" v="633" actId="14100"/>
          <ac:spMkLst>
            <pc:docMk/>
            <pc:sldMk cId="3100029766" sldId="269"/>
            <ac:spMk id="14" creationId="{0A8BC4AF-5915-DCBF-5F3C-4235547AD6AC}"/>
          </ac:spMkLst>
        </pc:spChg>
        <pc:spChg chg="mod">
          <ac:chgData name="Alex Casson" userId="53cffa54-f866-4b4c-8e51-0383f28edfe1" providerId="ADAL" clId="{644C307C-D2A8-4155-BBE8-3AE618ADF2D1}" dt="2025-03-21T06:24:22.553" v="623" actId="207"/>
          <ac:spMkLst>
            <pc:docMk/>
            <pc:sldMk cId="3100029766" sldId="269"/>
            <ac:spMk id="15" creationId="{AF6B7AEA-AD25-99C0-AFAE-94DCDB1D0E90}"/>
          </ac:spMkLst>
        </pc:spChg>
        <pc:spChg chg="add mod">
          <ac:chgData name="Alex Casson" userId="53cffa54-f866-4b4c-8e51-0383f28edfe1" providerId="ADAL" clId="{644C307C-D2A8-4155-BBE8-3AE618ADF2D1}" dt="2025-03-21T06:24:59.610" v="625" actId="207"/>
          <ac:spMkLst>
            <pc:docMk/>
            <pc:sldMk cId="3100029766" sldId="269"/>
            <ac:spMk id="16" creationId="{A05DBAB6-A7C9-F04C-1C5F-D0F4E22B3237}"/>
          </ac:spMkLst>
        </pc:spChg>
        <pc:spChg chg="mod">
          <ac:chgData name="Alex Casson" userId="53cffa54-f866-4b4c-8e51-0383f28edfe1" providerId="ADAL" clId="{644C307C-D2A8-4155-BBE8-3AE618ADF2D1}" dt="2025-03-21T06:24:35.475" v="624" actId="113"/>
          <ac:spMkLst>
            <pc:docMk/>
            <pc:sldMk cId="3100029766" sldId="269"/>
            <ac:spMk id="17" creationId="{24C12FB9-3983-518C-3635-EE32E6A4FF31}"/>
          </ac:spMkLst>
        </pc:spChg>
        <pc:spChg chg="add del mod">
          <ac:chgData name="Alex Casson" userId="53cffa54-f866-4b4c-8e51-0383f28edfe1" providerId="ADAL" clId="{644C307C-D2A8-4155-BBE8-3AE618ADF2D1}" dt="2025-03-21T06:27:22.088" v="635" actId="113"/>
          <ac:spMkLst>
            <pc:docMk/>
            <pc:sldMk cId="3100029766" sldId="269"/>
            <ac:spMk id="18" creationId="{1BB490F9-52C0-8B18-4355-DEA8A1C059FC}"/>
          </ac:spMkLst>
        </pc:spChg>
        <pc:spChg chg="add mod">
          <ac:chgData name="Alex Casson" userId="53cffa54-f866-4b4c-8e51-0383f28edfe1" providerId="ADAL" clId="{644C307C-D2A8-4155-BBE8-3AE618ADF2D1}" dt="2025-03-21T06:21:32.297" v="480" actId="1076"/>
          <ac:spMkLst>
            <pc:docMk/>
            <pc:sldMk cId="3100029766" sldId="269"/>
            <ac:spMk id="19" creationId="{4B924CC6-911D-BF79-7C80-76DB3BB6B031}"/>
          </ac:spMkLst>
        </pc:spChg>
        <pc:spChg chg="add mod">
          <ac:chgData name="Alex Casson" userId="53cffa54-f866-4b4c-8e51-0383f28edfe1" providerId="ADAL" clId="{644C307C-D2A8-4155-BBE8-3AE618ADF2D1}" dt="2025-03-21T06:22:52.827" v="574" actId="113"/>
          <ac:spMkLst>
            <pc:docMk/>
            <pc:sldMk cId="3100029766" sldId="269"/>
            <ac:spMk id="20" creationId="{E7E805C9-2F1B-EE37-DC1C-652BD740BA9D}"/>
          </ac:spMkLst>
        </pc:spChg>
        <pc:spChg chg="add mod">
          <ac:chgData name="Alex Casson" userId="53cffa54-f866-4b4c-8e51-0383f28edfe1" providerId="ADAL" clId="{644C307C-D2A8-4155-BBE8-3AE618ADF2D1}" dt="2025-03-21T06:21:32.297" v="480" actId="1076"/>
          <ac:spMkLst>
            <pc:docMk/>
            <pc:sldMk cId="3100029766" sldId="269"/>
            <ac:spMk id="22" creationId="{300BD298-DE7B-B384-4E9C-3D3CC4BC2FCE}"/>
          </ac:spMkLst>
        </pc:spChg>
        <pc:spChg chg="mod">
          <ac:chgData name="Alex Casson" userId="53cffa54-f866-4b4c-8e51-0383f28edfe1" providerId="ADAL" clId="{644C307C-D2A8-4155-BBE8-3AE618ADF2D1}" dt="2025-03-21T06:22:21.288" v="512" actId="113"/>
          <ac:spMkLst>
            <pc:docMk/>
            <pc:sldMk cId="3100029766" sldId="269"/>
            <ac:spMk id="24" creationId="{6B978F11-0400-5009-C9A0-11A1101DB733}"/>
          </ac:spMkLst>
        </pc:spChg>
        <pc:spChg chg="add mod">
          <ac:chgData name="Alex Casson" userId="53cffa54-f866-4b4c-8e51-0383f28edfe1" providerId="ADAL" clId="{644C307C-D2A8-4155-BBE8-3AE618ADF2D1}" dt="2025-03-21T06:21:32.297" v="480" actId="1076"/>
          <ac:spMkLst>
            <pc:docMk/>
            <pc:sldMk cId="3100029766" sldId="269"/>
            <ac:spMk id="25" creationId="{E54E8A4A-5C3C-DFC3-D9F4-9DDA3881EFA5}"/>
          </ac:spMkLst>
        </pc:spChg>
        <pc:spChg chg="mod">
          <ac:chgData name="Alex Casson" userId="53cffa54-f866-4b4c-8e51-0383f28edfe1" providerId="ADAL" clId="{644C307C-D2A8-4155-BBE8-3AE618ADF2D1}" dt="2025-03-21T06:24:00.103" v="621" actId="113"/>
          <ac:spMkLst>
            <pc:docMk/>
            <pc:sldMk cId="3100029766" sldId="269"/>
            <ac:spMk id="27" creationId="{B1D35AF3-A2DE-F78C-740F-B7866B7705E9}"/>
          </ac:spMkLst>
        </pc:spChg>
        <pc:spChg chg="add mod">
          <ac:chgData name="Alex Casson" userId="53cffa54-f866-4b4c-8e51-0383f28edfe1" providerId="ADAL" clId="{644C307C-D2A8-4155-BBE8-3AE618ADF2D1}" dt="2025-03-21T06:24:01.501" v="622" actId="113"/>
          <ac:spMkLst>
            <pc:docMk/>
            <pc:sldMk cId="3100029766" sldId="269"/>
            <ac:spMk id="28" creationId="{BC450798-9554-42EC-D45F-EE9053D5F506}"/>
          </ac:spMkLst>
        </pc:spChg>
        <pc:spChg chg="add mod">
          <ac:chgData name="Alex Casson" userId="53cffa54-f866-4b4c-8e51-0383f28edfe1" providerId="ADAL" clId="{644C307C-D2A8-4155-BBE8-3AE618ADF2D1}" dt="2025-03-21T06:28:11.399" v="643" actId="2085"/>
          <ac:spMkLst>
            <pc:docMk/>
            <pc:sldMk cId="3100029766" sldId="269"/>
            <ac:spMk id="29" creationId="{E3EBEB21-4770-4C4D-7107-C93EBD4336DA}"/>
          </ac:spMkLst>
        </pc:spChg>
      </pc:sldChg>
      <pc:sldChg chg="addSp delSp modSp new mod">
        <pc:chgData name="Alex Casson" userId="53cffa54-f866-4b4c-8e51-0383f28edfe1" providerId="ADAL" clId="{644C307C-D2A8-4155-BBE8-3AE618ADF2D1}" dt="2025-03-30T05:56:33.390" v="649"/>
        <pc:sldMkLst>
          <pc:docMk/>
          <pc:sldMk cId="471039865" sldId="270"/>
        </pc:sldMkLst>
        <pc:spChg chg="add mod">
          <ac:chgData name="Alex Casson" userId="53cffa54-f866-4b4c-8e51-0383f28edfe1" providerId="ADAL" clId="{644C307C-D2A8-4155-BBE8-3AE618ADF2D1}" dt="2025-03-30T05:56:33.390" v="649"/>
          <ac:spMkLst>
            <pc:docMk/>
            <pc:sldMk cId="471039865" sldId="270"/>
            <ac:spMk id="6" creationId="{65727EA1-EB00-2531-7D70-884BA371D133}"/>
          </ac:spMkLst>
        </pc:spChg>
        <pc:spChg chg="add mod">
          <ac:chgData name="Alex Casson" userId="53cffa54-f866-4b4c-8e51-0383f28edfe1" providerId="ADAL" clId="{644C307C-D2A8-4155-BBE8-3AE618ADF2D1}" dt="2025-03-30T05:56:33.390" v="649"/>
          <ac:spMkLst>
            <pc:docMk/>
            <pc:sldMk cId="471039865" sldId="270"/>
            <ac:spMk id="7" creationId="{597782B6-9D44-DADD-784A-186F52A1DD45}"/>
          </ac:spMkLst>
        </pc:spChg>
        <pc:spChg chg="add mod">
          <ac:chgData name="Alex Casson" userId="53cffa54-f866-4b4c-8e51-0383f28edfe1" providerId="ADAL" clId="{644C307C-D2A8-4155-BBE8-3AE618ADF2D1}" dt="2025-03-30T05:56:33.390" v="649"/>
          <ac:spMkLst>
            <pc:docMk/>
            <pc:sldMk cId="471039865" sldId="270"/>
            <ac:spMk id="8" creationId="{4DA42E19-4BFF-D52F-C12A-AF5EA71EED9E}"/>
          </ac:spMkLst>
        </pc:spChg>
        <pc:picChg chg="add mod">
          <ac:chgData name="Alex Casson" userId="53cffa54-f866-4b4c-8e51-0383f28edfe1" providerId="ADAL" clId="{644C307C-D2A8-4155-BBE8-3AE618ADF2D1}" dt="2025-03-30T05:56:33.390" v="649"/>
          <ac:picMkLst>
            <pc:docMk/>
            <pc:sldMk cId="471039865" sldId="270"/>
            <ac:picMk id="4" creationId="{77185F04-3F91-69E4-0A88-9423D9ECD94C}"/>
          </ac:picMkLst>
        </pc:picChg>
        <pc:picChg chg="add mod">
          <ac:chgData name="Alex Casson" userId="53cffa54-f866-4b4c-8e51-0383f28edfe1" providerId="ADAL" clId="{644C307C-D2A8-4155-BBE8-3AE618ADF2D1}" dt="2025-03-30T05:56:33.390" v="649"/>
          <ac:picMkLst>
            <pc:docMk/>
            <pc:sldMk cId="471039865" sldId="270"/>
            <ac:picMk id="5" creationId="{88C0DBFC-1348-8D5E-A8A0-6B39BB8F2D50}"/>
          </ac:picMkLst>
        </pc:picChg>
      </pc:sldChg>
      <pc:sldChg chg="new del">
        <pc:chgData name="Alex Casson" userId="53cffa54-f866-4b4c-8e51-0383f28edfe1" providerId="ADAL" clId="{644C307C-D2A8-4155-BBE8-3AE618ADF2D1}" dt="2025-03-30T05:56:24.816" v="645" actId="680"/>
        <pc:sldMkLst>
          <pc:docMk/>
          <pc:sldMk cId="1639802512" sldId="270"/>
        </pc:sldMkLst>
      </pc:sldChg>
      <pc:sldChg chg="addSp delSp modSp new mod">
        <pc:chgData name="Alex Casson" userId="53cffa54-f866-4b4c-8e51-0383f28edfe1" providerId="ADAL" clId="{644C307C-D2A8-4155-BBE8-3AE618ADF2D1}" dt="2025-03-30T06:52:42.496" v="771" actId="20577"/>
        <pc:sldMkLst>
          <pc:docMk/>
          <pc:sldMk cId="3095846289" sldId="271"/>
        </pc:sldMkLst>
        <pc:spChg chg="add mod">
          <ac:chgData name="Alex Casson" userId="53cffa54-f866-4b4c-8e51-0383f28edfe1" providerId="ADAL" clId="{644C307C-D2A8-4155-BBE8-3AE618ADF2D1}" dt="2025-03-30T06:50:29.930" v="655" actId="1076"/>
          <ac:spMkLst>
            <pc:docMk/>
            <pc:sldMk cId="3095846289" sldId="271"/>
            <ac:spMk id="6" creationId="{0BDFFC20-4BFA-0345-EDCE-D2C024C5DC77}"/>
          </ac:spMkLst>
        </pc:spChg>
        <pc:spChg chg="add mod">
          <ac:chgData name="Alex Casson" userId="53cffa54-f866-4b4c-8e51-0383f28edfe1" providerId="ADAL" clId="{644C307C-D2A8-4155-BBE8-3AE618ADF2D1}" dt="2025-03-30T06:51:15.660" v="728" actId="20577"/>
          <ac:spMkLst>
            <pc:docMk/>
            <pc:sldMk cId="3095846289" sldId="271"/>
            <ac:spMk id="7" creationId="{2B960B5B-BAFB-FF4A-11DF-D8372BCF7974}"/>
          </ac:spMkLst>
        </pc:spChg>
        <pc:spChg chg="add mod">
          <ac:chgData name="Alex Casson" userId="53cffa54-f866-4b4c-8e51-0383f28edfe1" providerId="ADAL" clId="{644C307C-D2A8-4155-BBE8-3AE618ADF2D1}" dt="2025-03-30T06:50:53.504" v="690" actId="14100"/>
          <ac:spMkLst>
            <pc:docMk/>
            <pc:sldMk cId="3095846289" sldId="271"/>
            <ac:spMk id="8" creationId="{FF95D88C-6A3B-2124-9498-341B7FCBA2DB}"/>
          </ac:spMkLst>
        </pc:spChg>
        <pc:spChg chg="add mod">
          <ac:chgData name="Alex Casson" userId="53cffa54-f866-4b4c-8e51-0383f28edfe1" providerId="ADAL" clId="{644C307C-D2A8-4155-BBE8-3AE618ADF2D1}" dt="2025-03-30T06:52:42.496" v="771" actId="20577"/>
          <ac:spMkLst>
            <pc:docMk/>
            <pc:sldMk cId="3095846289" sldId="271"/>
            <ac:spMk id="10" creationId="{CAD43829-BE10-24E1-DB89-B88BA38AD38F}"/>
          </ac:spMkLst>
        </pc:spChg>
        <pc:picChg chg="add">
          <ac:chgData name="Alex Casson" userId="53cffa54-f866-4b4c-8e51-0383f28edfe1" providerId="ADAL" clId="{644C307C-D2A8-4155-BBE8-3AE618ADF2D1}" dt="2025-03-30T06:50:00.184" v="653" actId="22"/>
          <ac:picMkLst>
            <pc:docMk/>
            <pc:sldMk cId="3095846289" sldId="271"/>
            <ac:picMk id="5" creationId="{5E60E7A9-051E-8E18-8978-F6A66E14BBA3}"/>
          </ac:picMkLst>
        </pc:picChg>
        <pc:cxnChg chg="add mod">
          <ac:chgData name="Alex Casson" userId="53cffa54-f866-4b4c-8e51-0383f28edfe1" providerId="ADAL" clId="{644C307C-D2A8-4155-BBE8-3AE618ADF2D1}" dt="2025-03-30T06:50:59.249" v="691" actId="14100"/>
          <ac:cxnSpMkLst>
            <pc:docMk/>
            <pc:sldMk cId="3095846289" sldId="271"/>
            <ac:cxnSpMk id="9" creationId="{59ECC266-E54A-09B4-5699-78CFE3E6F1B6}"/>
          </ac:cxnSpMkLst>
        </pc:cxnChg>
      </pc:sldChg>
      <pc:sldChg chg="addSp delSp modSp new mod">
        <pc:chgData name="Alex Casson" userId="53cffa54-f866-4b4c-8e51-0383f28edfe1" providerId="ADAL" clId="{644C307C-D2A8-4155-BBE8-3AE618ADF2D1}" dt="2025-03-30T15:37:21.661" v="839" actId="14100"/>
        <pc:sldMkLst>
          <pc:docMk/>
          <pc:sldMk cId="3228311438" sldId="272"/>
        </pc:sldMkLst>
        <pc:spChg chg="add mod">
          <ac:chgData name="Alex Casson" userId="53cffa54-f866-4b4c-8e51-0383f28edfe1" providerId="ADAL" clId="{644C307C-D2A8-4155-BBE8-3AE618ADF2D1}" dt="2025-03-30T15:36:43.868" v="829" actId="14100"/>
          <ac:spMkLst>
            <pc:docMk/>
            <pc:sldMk cId="3228311438" sldId="272"/>
            <ac:spMk id="6" creationId="{76DC4258-317B-E29F-2521-FC3A003FC642}"/>
          </ac:spMkLst>
        </pc:spChg>
        <pc:spChg chg="add mod">
          <ac:chgData name="Alex Casson" userId="53cffa54-f866-4b4c-8e51-0383f28edfe1" providerId="ADAL" clId="{644C307C-D2A8-4155-BBE8-3AE618ADF2D1}" dt="2025-03-30T15:37:07.869" v="835" actId="1076"/>
          <ac:spMkLst>
            <pc:docMk/>
            <pc:sldMk cId="3228311438" sldId="272"/>
            <ac:spMk id="7" creationId="{67BBEF3D-625D-B56E-10F2-92C29EDA3A5D}"/>
          </ac:spMkLst>
        </pc:spChg>
        <pc:picChg chg="add">
          <ac:chgData name="Alex Casson" userId="53cffa54-f866-4b4c-8e51-0383f28edfe1" providerId="ADAL" clId="{644C307C-D2A8-4155-BBE8-3AE618ADF2D1}" dt="2025-03-30T15:32:19.321" v="775" actId="22"/>
          <ac:picMkLst>
            <pc:docMk/>
            <pc:sldMk cId="3228311438" sldId="272"/>
            <ac:picMk id="5" creationId="{8132C4B8-4E99-15F4-3697-700A1082434A}"/>
          </ac:picMkLst>
        </pc:picChg>
        <pc:cxnChg chg="add mod">
          <ac:chgData name="Alex Casson" userId="53cffa54-f866-4b4c-8e51-0383f28edfe1" providerId="ADAL" clId="{644C307C-D2A8-4155-BBE8-3AE618ADF2D1}" dt="2025-03-30T15:37:21.661" v="839" actId="14100"/>
          <ac:cxnSpMkLst>
            <pc:docMk/>
            <pc:sldMk cId="3228311438" sldId="272"/>
            <ac:cxnSpMk id="8" creationId="{19527F52-0F07-5AA1-2D8A-DBC1B5C57C72}"/>
          </ac:cxnSpMkLst>
        </pc:cxnChg>
      </pc:sldChg>
      <pc:sldChg chg="addSp delSp modSp new mod ord">
        <pc:chgData name="Alex Casson" userId="53cffa54-f866-4b4c-8e51-0383f28edfe1" providerId="ADAL" clId="{644C307C-D2A8-4155-BBE8-3AE618ADF2D1}" dt="2025-04-07T06:47:50.896" v="1190" actId="21"/>
        <pc:sldMkLst>
          <pc:docMk/>
          <pc:sldMk cId="2356878414" sldId="273"/>
        </pc:sldMkLst>
        <pc:spChg chg="add mod">
          <ac:chgData name="Alex Casson" userId="53cffa54-f866-4b4c-8e51-0383f28edfe1" providerId="ADAL" clId="{644C307C-D2A8-4155-BBE8-3AE618ADF2D1}" dt="2025-04-05T13:06:17.855" v="845"/>
          <ac:spMkLst>
            <pc:docMk/>
            <pc:sldMk cId="2356878414" sldId="273"/>
            <ac:spMk id="4" creationId="{EB3E9E99-A295-22EA-2EAE-9899F3A123E8}"/>
          </ac:spMkLst>
        </pc:spChg>
        <pc:spChg chg="add mod">
          <ac:chgData name="Alex Casson" userId="53cffa54-f866-4b4c-8e51-0383f28edfe1" providerId="ADAL" clId="{644C307C-D2A8-4155-BBE8-3AE618ADF2D1}" dt="2025-04-05T13:06:17.855" v="845"/>
          <ac:spMkLst>
            <pc:docMk/>
            <pc:sldMk cId="2356878414" sldId="273"/>
            <ac:spMk id="5" creationId="{74E0F48F-A544-80CF-BEA9-94AE69389FFB}"/>
          </ac:spMkLst>
        </pc:spChg>
        <pc:spChg chg="add mod">
          <ac:chgData name="Alex Casson" userId="53cffa54-f866-4b4c-8e51-0383f28edfe1" providerId="ADAL" clId="{644C307C-D2A8-4155-BBE8-3AE618ADF2D1}" dt="2025-04-05T13:06:17.855" v="845"/>
          <ac:spMkLst>
            <pc:docMk/>
            <pc:sldMk cId="2356878414" sldId="273"/>
            <ac:spMk id="7" creationId="{930AA293-82F9-2E55-27F4-E9181ADE4EAF}"/>
          </ac:spMkLst>
        </pc:spChg>
        <pc:spChg chg="add mod">
          <ac:chgData name="Alex Casson" userId="53cffa54-f866-4b4c-8e51-0383f28edfe1" providerId="ADAL" clId="{644C307C-D2A8-4155-BBE8-3AE618ADF2D1}" dt="2025-04-05T13:06:17.855" v="845"/>
          <ac:spMkLst>
            <pc:docMk/>
            <pc:sldMk cId="2356878414" sldId="273"/>
            <ac:spMk id="8" creationId="{68C0A2D8-0A88-1F02-52F6-E5D40A94BC94}"/>
          </ac:spMkLst>
        </pc:spChg>
        <pc:spChg chg="add mod">
          <ac:chgData name="Alex Casson" userId="53cffa54-f866-4b4c-8e51-0383f28edfe1" providerId="ADAL" clId="{644C307C-D2A8-4155-BBE8-3AE618ADF2D1}" dt="2025-04-05T13:06:17.855" v="845"/>
          <ac:spMkLst>
            <pc:docMk/>
            <pc:sldMk cId="2356878414" sldId="273"/>
            <ac:spMk id="9" creationId="{0325329D-BF61-CFE3-F567-132EAFE8E0C5}"/>
          </ac:spMkLst>
        </pc:spChg>
        <pc:spChg chg="add mod">
          <ac:chgData name="Alex Casson" userId="53cffa54-f866-4b4c-8e51-0383f28edfe1" providerId="ADAL" clId="{644C307C-D2A8-4155-BBE8-3AE618ADF2D1}" dt="2025-04-05T13:06:17.855" v="845"/>
          <ac:spMkLst>
            <pc:docMk/>
            <pc:sldMk cId="2356878414" sldId="273"/>
            <ac:spMk id="10" creationId="{25A6C487-B372-12FF-2D56-2AC690BCF1F6}"/>
          </ac:spMkLst>
        </pc:spChg>
        <pc:spChg chg="add mod">
          <ac:chgData name="Alex Casson" userId="53cffa54-f866-4b4c-8e51-0383f28edfe1" providerId="ADAL" clId="{644C307C-D2A8-4155-BBE8-3AE618ADF2D1}" dt="2025-04-05T13:06:17.855" v="845"/>
          <ac:spMkLst>
            <pc:docMk/>
            <pc:sldMk cId="2356878414" sldId="273"/>
            <ac:spMk id="11" creationId="{E5819D2D-973B-58F3-A79D-B14050286AFD}"/>
          </ac:spMkLst>
        </pc:spChg>
        <pc:spChg chg="add mod">
          <ac:chgData name="Alex Casson" userId="53cffa54-f866-4b4c-8e51-0383f28edfe1" providerId="ADAL" clId="{644C307C-D2A8-4155-BBE8-3AE618ADF2D1}" dt="2025-04-05T13:06:17.855" v="845"/>
          <ac:spMkLst>
            <pc:docMk/>
            <pc:sldMk cId="2356878414" sldId="273"/>
            <ac:spMk id="12" creationId="{E2DB66C9-7FE1-45AE-FA47-CE461DE03549}"/>
          </ac:spMkLst>
        </pc:spChg>
        <pc:cxnChg chg="add del mod">
          <ac:chgData name="Alex Casson" userId="53cffa54-f866-4b4c-8e51-0383f28edfe1" providerId="ADAL" clId="{644C307C-D2A8-4155-BBE8-3AE618ADF2D1}" dt="2025-04-07T06:47:50.896" v="1190" actId="21"/>
          <ac:cxnSpMkLst>
            <pc:docMk/>
            <pc:sldMk cId="2356878414" sldId="273"/>
            <ac:cxnSpMk id="6" creationId="{F930CDA4-17D9-2297-CF2B-4AE098129A6E}"/>
          </ac:cxnSpMkLst>
        </pc:cxnChg>
      </pc:sldChg>
      <pc:sldChg chg="addSp delSp modSp new mod">
        <pc:chgData name="Alex Casson" userId="53cffa54-f866-4b4c-8e51-0383f28edfe1" providerId="ADAL" clId="{644C307C-D2A8-4155-BBE8-3AE618ADF2D1}" dt="2025-04-06T06:01:53.888" v="928" actId="14100"/>
        <pc:sldMkLst>
          <pc:docMk/>
          <pc:sldMk cId="1079751530" sldId="274"/>
        </pc:sldMkLst>
        <pc:spChg chg="add mod">
          <ac:chgData name="Alex Casson" userId="53cffa54-f866-4b4c-8e51-0383f28edfe1" providerId="ADAL" clId="{644C307C-D2A8-4155-BBE8-3AE618ADF2D1}" dt="2025-04-06T06:00:53.237" v="852" actId="14100"/>
          <ac:spMkLst>
            <pc:docMk/>
            <pc:sldMk cId="1079751530" sldId="274"/>
            <ac:spMk id="6" creationId="{979BEB24-0C65-18B4-9449-B3335D7C8037}"/>
          </ac:spMkLst>
        </pc:spChg>
        <pc:spChg chg="add mod">
          <ac:chgData name="Alex Casson" userId="53cffa54-f866-4b4c-8e51-0383f28edfe1" providerId="ADAL" clId="{644C307C-D2A8-4155-BBE8-3AE618ADF2D1}" dt="2025-04-06T06:01:03.632" v="869" actId="1076"/>
          <ac:spMkLst>
            <pc:docMk/>
            <pc:sldMk cId="1079751530" sldId="274"/>
            <ac:spMk id="7" creationId="{B76119A6-D16C-1A79-4EFD-28014145E4F9}"/>
          </ac:spMkLst>
        </pc:spChg>
        <pc:spChg chg="add mod">
          <ac:chgData name="Alex Casson" userId="53cffa54-f866-4b4c-8e51-0383f28edfe1" providerId="ADAL" clId="{644C307C-D2A8-4155-BBE8-3AE618ADF2D1}" dt="2025-04-06T06:01:30.049" v="872" actId="14100"/>
          <ac:spMkLst>
            <pc:docMk/>
            <pc:sldMk cId="1079751530" sldId="274"/>
            <ac:spMk id="8" creationId="{86A3BA16-DDFD-61AB-778A-A0D553129DFF}"/>
          </ac:spMkLst>
        </pc:spChg>
        <pc:spChg chg="add mod">
          <ac:chgData name="Alex Casson" userId="53cffa54-f866-4b4c-8e51-0383f28edfe1" providerId="ADAL" clId="{644C307C-D2A8-4155-BBE8-3AE618ADF2D1}" dt="2025-04-06T06:01:53.888" v="928" actId="14100"/>
          <ac:spMkLst>
            <pc:docMk/>
            <pc:sldMk cId="1079751530" sldId="274"/>
            <ac:spMk id="9" creationId="{22965193-E760-A5C4-90B0-311E094781A0}"/>
          </ac:spMkLst>
        </pc:spChg>
        <pc:picChg chg="add">
          <ac:chgData name="Alex Casson" userId="53cffa54-f866-4b4c-8e51-0383f28edfe1" providerId="ADAL" clId="{644C307C-D2A8-4155-BBE8-3AE618ADF2D1}" dt="2025-04-06T06:00:28.750" v="849" actId="22"/>
          <ac:picMkLst>
            <pc:docMk/>
            <pc:sldMk cId="1079751530" sldId="274"/>
            <ac:picMk id="5" creationId="{1EC383D3-785B-2D91-460E-DA149953A0A6}"/>
          </ac:picMkLst>
        </pc:picChg>
      </pc:sldChg>
      <pc:sldChg chg="addSp delSp modSp new mod">
        <pc:chgData name="Alex Casson" userId="53cffa54-f866-4b4c-8e51-0383f28edfe1" providerId="ADAL" clId="{644C307C-D2A8-4155-BBE8-3AE618ADF2D1}" dt="2025-04-07T07:37:51.386" v="1548" actId="1076"/>
        <pc:sldMkLst>
          <pc:docMk/>
          <pc:sldMk cId="3929081183" sldId="275"/>
        </pc:sldMkLst>
        <pc:spChg chg="add mod">
          <ac:chgData name="Alex Casson" userId="53cffa54-f866-4b4c-8e51-0383f28edfe1" providerId="ADAL" clId="{644C307C-D2A8-4155-BBE8-3AE618ADF2D1}" dt="2025-04-07T06:17:25.515" v="946" actId="20577"/>
          <ac:spMkLst>
            <pc:docMk/>
            <pc:sldMk cId="3929081183" sldId="275"/>
            <ac:spMk id="4" creationId="{1157EDD6-F592-B8C1-F186-27B45B00ACF9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12" creationId="{98B7329C-55DB-61C4-67F0-0634AB6E9B06}"/>
          </ac:spMkLst>
        </pc:spChg>
        <pc:spChg chg="add mod">
          <ac:chgData name="Alex Casson" userId="53cffa54-f866-4b4c-8e51-0383f28edfe1" providerId="ADAL" clId="{644C307C-D2A8-4155-BBE8-3AE618ADF2D1}" dt="2025-04-07T06:17:35.659" v="953" actId="20577"/>
          <ac:spMkLst>
            <pc:docMk/>
            <pc:sldMk cId="3929081183" sldId="275"/>
            <ac:spMk id="13" creationId="{52A4886F-8BD9-8411-5EED-9CD9266A4E92}"/>
          </ac:spMkLst>
        </pc:spChg>
        <pc:spChg chg="add mod">
          <ac:chgData name="Alex Casson" userId="53cffa54-f866-4b4c-8e51-0383f28edfe1" providerId="ADAL" clId="{644C307C-D2A8-4155-BBE8-3AE618ADF2D1}" dt="2025-04-07T06:18:31.016" v="989"/>
          <ac:spMkLst>
            <pc:docMk/>
            <pc:sldMk cId="3929081183" sldId="275"/>
            <ac:spMk id="14" creationId="{6DD84560-5BDE-3FD1-2ED9-7F6665C740FF}"/>
          </ac:spMkLst>
        </pc:spChg>
        <pc:spChg chg="add mod">
          <ac:chgData name="Alex Casson" userId="53cffa54-f866-4b4c-8e51-0383f28edfe1" providerId="ADAL" clId="{644C307C-D2A8-4155-BBE8-3AE618ADF2D1}" dt="2025-04-07T06:18:41.546" v="998" actId="20577"/>
          <ac:spMkLst>
            <pc:docMk/>
            <pc:sldMk cId="3929081183" sldId="275"/>
            <ac:spMk id="15" creationId="{D4442E12-E653-E555-BF1E-DCDEB2ED19FD}"/>
          </ac:spMkLst>
        </pc:spChg>
        <pc:spChg chg="add mod">
          <ac:chgData name="Alex Casson" userId="53cffa54-f866-4b4c-8e51-0383f28edfe1" providerId="ADAL" clId="{644C307C-D2A8-4155-BBE8-3AE618ADF2D1}" dt="2025-04-07T06:19:43.706" v="1024" actId="1076"/>
          <ac:spMkLst>
            <pc:docMk/>
            <pc:sldMk cId="3929081183" sldId="275"/>
            <ac:spMk id="16" creationId="{D2715076-88D1-C4AF-0ACF-83988C728EC2}"/>
          </ac:spMkLst>
        </pc:spChg>
        <pc:spChg chg="add mod">
          <ac:chgData name="Alex Casson" userId="53cffa54-f866-4b4c-8e51-0383f28edfe1" providerId="ADAL" clId="{644C307C-D2A8-4155-BBE8-3AE618ADF2D1}" dt="2025-04-07T06:19:48.201" v="1026" actId="1076"/>
          <ac:spMkLst>
            <pc:docMk/>
            <pc:sldMk cId="3929081183" sldId="275"/>
            <ac:spMk id="17" creationId="{3C122B81-7DCA-3711-FE56-163FB9CE31B8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18" creationId="{1554BB98-B215-3489-4886-12247C5A4483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20" creationId="{31E0CDAA-7AE1-5DD3-F078-214C11DBB836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21" creationId="{13D28ABD-A239-27D8-419F-08F312260FEB}"/>
          </ac:spMkLst>
        </pc:spChg>
        <pc:spChg chg="add mod">
          <ac:chgData name="Alex Casson" userId="53cffa54-f866-4b4c-8e51-0383f28edfe1" providerId="ADAL" clId="{644C307C-D2A8-4155-BBE8-3AE618ADF2D1}" dt="2025-04-07T06:20:23.307" v="1034" actId="1076"/>
          <ac:spMkLst>
            <pc:docMk/>
            <pc:sldMk cId="3929081183" sldId="275"/>
            <ac:spMk id="22" creationId="{F9460D5A-DFB7-5B46-ADF2-722E012E984A}"/>
          </ac:spMkLst>
        </pc:spChg>
        <pc:spChg chg="add mod">
          <ac:chgData name="Alex Casson" userId="53cffa54-f866-4b4c-8e51-0383f28edfe1" providerId="ADAL" clId="{644C307C-D2A8-4155-BBE8-3AE618ADF2D1}" dt="2025-04-07T06:20:49.952" v="1043" actId="20577"/>
          <ac:spMkLst>
            <pc:docMk/>
            <pc:sldMk cId="3929081183" sldId="275"/>
            <ac:spMk id="23" creationId="{88D54645-4A87-2A6C-5500-E4F0282BD5B0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24" creationId="{6863D5CE-AA91-5678-117D-FB86CD3B9D85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25" creationId="{FC5B5B59-6596-DF2D-966C-37C44DF4F698}"/>
          </ac:spMkLst>
        </pc:spChg>
        <pc:spChg chg="add mod">
          <ac:chgData name="Alex Casson" userId="53cffa54-f866-4b4c-8e51-0383f28edfe1" providerId="ADAL" clId="{644C307C-D2A8-4155-BBE8-3AE618ADF2D1}" dt="2025-04-07T06:21:53.910" v="1091" actId="113"/>
          <ac:spMkLst>
            <pc:docMk/>
            <pc:sldMk cId="3929081183" sldId="275"/>
            <ac:spMk id="26" creationId="{6DE42DDE-9D05-3F5C-265F-93CC9678162A}"/>
          </ac:spMkLst>
        </pc:spChg>
        <pc:spChg chg="add mod">
          <ac:chgData name="Alex Casson" userId="53cffa54-f866-4b4c-8e51-0383f28edfe1" providerId="ADAL" clId="{644C307C-D2A8-4155-BBE8-3AE618ADF2D1}" dt="2025-04-07T06:24:57.785" v="1153" actId="1076"/>
          <ac:spMkLst>
            <pc:docMk/>
            <pc:sldMk cId="3929081183" sldId="275"/>
            <ac:spMk id="27" creationId="{482717C8-71DD-42AD-9E2F-49D7E2000E0F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28" creationId="{7078F865-E0A0-0191-DA72-7AE730ED336B}"/>
          </ac:spMkLst>
        </pc:spChg>
        <pc:spChg chg="add mod">
          <ac:chgData name="Alex Casson" userId="53cffa54-f866-4b4c-8e51-0383f28edfe1" providerId="ADAL" clId="{644C307C-D2A8-4155-BBE8-3AE618ADF2D1}" dt="2025-04-07T06:22:54.121" v="1120" actId="1076"/>
          <ac:spMkLst>
            <pc:docMk/>
            <pc:sldMk cId="3929081183" sldId="275"/>
            <ac:spMk id="30" creationId="{AFB482E9-E241-EC87-AE1B-CCA871705E6F}"/>
          </ac:spMkLst>
        </pc:spChg>
        <pc:spChg chg="add mod">
          <ac:chgData name="Alex Casson" userId="53cffa54-f866-4b4c-8e51-0383f28edfe1" providerId="ADAL" clId="{644C307C-D2A8-4155-BBE8-3AE618ADF2D1}" dt="2025-04-07T06:22:54.121" v="1120" actId="1076"/>
          <ac:spMkLst>
            <pc:docMk/>
            <pc:sldMk cId="3929081183" sldId="275"/>
            <ac:spMk id="31" creationId="{981DCFA7-4D82-1C0F-94E3-E6AAA2B3D6C3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32" creationId="{894C63F9-93BD-E195-DBAF-32A04F86147F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33" creationId="{63675882-C2DD-8681-5DBD-AC42A7EBC865}"/>
          </ac:spMkLst>
        </pc:spChg>
        <pc:spChg chg="add mod">
          <ac:chgData name="Alex Casson" userId="53cffa54-f866-4b4c-8e51-0383f28edfe1" providerId="ADAL" clId="{644C307C-D2A8-4155-BBE8-3AE618ADF2D1}" dt="2025-04-07T06:22:54.121" v="1120" actId="1076"/>
          <ac:spMkLst>
            <pc:docMk/>
            <pc:sldMk cId="3929081183" sldId="275"/>
            <ac:spMk id="34" creationId="{78A3CAC4-FCDE-D230-4F47-5F11999F0020}"/>
          </ac:spMkLst>
        </pc:spChg>
        <pc:spChg chg="add mod">
          <ac:chgData name="Alex Casson" userId="53cffa54-f866-4b4c-8e51-0383f28edfe1" providerId="ADAL" clId="{644C307C-D2A8-4155-BBE8-3AE618ADF2D1}" dt="2025-04-07T06:24:45.932" v="1150" actId="1076"/>
          <ac:spMkLst>
            <pc:docMk/>
            <pc:sldMk cId="3929081183" sldId="275"/>
            <ac:spMk id="35" creationId="{77DE2F96-9181-CDA3-20CE-85D00459D721}"/>
          </ac:spMkLst>
        </pc:spChg>
        <pc:spChg chg="add mod">
          <ac:chgData name="Alex Casson" userId="53cffa54-f866-4b4c-8e51-0383f28edfe1" providerId="ADAL" clId="{644C307C-D2A8-4155-BBE8-3AE618ADF2D1}" dt="2025-04-07T06:24:38.729" v="1149" actId="14100"/>
          <ac:spMkLst>
            <pc:docMk/>
            <pc:sldMk cId="3929081183" sldId="275"/>
            <ac:spMk id="37" creationId="{CAE9E432-682D-7474-1E0D-9964530E3F1F}"/>
          </ac:spMkLst>
        </pc:spChg>
        <pc:spChg chg="add mod">
          <ac:chgData name="Alex Casson" userId="53cffa54-f866-4b4c-8e51-0383f28edfe1" providerId="ADAL" clId="{644C307C-D2A8-4155-BBE8-3AE618ADF2D1}" dt="2025-04-07T07:37:23.981" v="1544" actId="207"/>
          <ac:spMkLst>
            <pc:docMk/>
            <pc:sldMk cId="3929081183" sldId="275"/>
            <ac:spMk id="41" creationId="{258358C4-E377-A9F7-435C-E858E738049F}"/>
          </ac:spMkLst>
        </pc:spChg>
        <pc:spChg chg="add mod">
          <ac:chgData name="Alex Casson" userId="53cffa54-f866-4b4c-8e51-0383f28edfe1" providerId="ADAL" clId="{644C307C-D2A8-4155-BBE8-3AE618ADF2D1}" dt="2025-04-07T07:37:23.981" v="1544" actId="207"/>
          <ac:spMkLst>
            <pc:docMk/>
            <pc:sldMk cId="3929081183" sldId="275"/>
            <ac:spMk id="42" creationId="{D6AAB949-AD06-837D-774C-9FD90FC57CC8}"/>
          </ac:spMkLst>
        </pc:spChg>
        <pc:spChg chg="add mod">
          <ac:chgData name="Alex Casson" userId="53cffa54-f866-4b4c-8e51-0383f28edfe1" providerId="ADAL" clId="{644C307C-D2A8-4155-BBE8-3AE618ADF2D1}" dt="2025-04-07T07:37:23.981" v="1544" actId="207"/>
          <ac:spMkLst>
            <pc:docMk/>
            <pc:sldMk cId="3929081183" sldId="275"/>
            <ac:spMk id="43" creationId="{1E34C7F9-5925-BBAE-5747-F69455F85666}"/>
          </ac:spMkLst>
        </pc:spChg>
        <pc:spChg chg="add mod">
          <ac:chgData name="Alex Casson" userId="53cffa54-f866-4b4c-8e51-0383f28edfe1" providerId="ADAL" clId="{644C307C-D2A8-4155-BBE8-3AE618ADF2D1}" dt="2025-04-07T07:37:23.981" v="1544" actId="207"/>
          <ac:spMkLst>
            <pc:docMk/>
            <pc:sldMk cId="3929081183" sldId="275"/>
            <ac:spMk id="44" creationId="{F05C76E6-7F4D-FF88-F5BA-E43778298829}"/>
          </ac:spMkLst>
        </pc:spChg>
        <pc:spChg chg="add mod">
          <ac:chgData name="Alex Casson" userId="53cffa54-f866-4b4c-8e51-0383f28edfe1" providerId="ADAL" clId="{644C307C-D2A8-4155-BBE8-3AE618ADF2D1}" dt="2025-04-07T07:37:23.981" v="1544" actId="207"/>
          <ac:spMkLst>
            <pc:docMk/>
            <pc:sldMk cId="3929081183" sldId="275"/>
            <ac:spMk id="45" creationId="{E9A00CB6-6EF9-BD06-E13E-271C022CDAA2}"/>
          </ac:spMkLst>
        </pc:spChg>
        <pc:spChg chg="add mod">
          <ac:chgData name="Alex Casson" userId="53cffa54-f866-4b4c-8e51-0383f28edfe1" providerId="ADAL" clId="{644C307C-D2A8-4155-BBE8-3AE618ADF2D1}" dt="2025-04-07T07:37:23.981" v="1544" actId="207"/>
          <ac:spMkLst>
            <pc:docMk/>
            <pc:sldMk cId="3929081183" sldId="275"/>
            <ac:spMk id="46" creationId="{C2100BE9-7BE1-2C9F-92AF-74336A0E7300}"/>
          </ac:spMkLst>
        </pc:spChg>
        <pc:spChg chg="add mod">
          <ac:chgData name="Alex Casson" userId="53cffa54-f866-4b4c-8e51-0383f28edfe1" providerId="ADAL" clId="{644C307C-D2A8-4155-BBE8-3AE618ADF2D1}" dt="2025-04-07T07:37:17.120" v="1543" actId="207"/>
          <ac:spMkLst>
            <pc:docMk/>
            <pc:sldMk cId="3929081183" sldId="275"/>
            <ac:spMk id="47" creationId="{A2C64DF3-54E3-4023-9762-D6396CD9C2A8}"/>
          </ac:spMkLst>
        </pc:spChg>
        <pc:spChg chg="add mod">
          <ac:chgData name="Alex Casson" userId="53cffa54-f866-4b4c-8e51-0383f28edfe1" providerId="ADAL" clId="{644C307C-D2A8-4155-BBE8-3AE618ADF2D1}" dt="2025-04-07T07:37:04.896" v="1542" actId="1076"/>
          <ac:spMkLst>
            <pc:docMk/>
            <pc:sldMk cId="3929081183" sldId="275"/>
            <ac:spMk id="48" creationId="{F6AD0684-4900-8B2B-A9A5-1F78E149C41E}"/>
          </ac:spMkLst>
        </pc:spChg>
        <pc:spChg chg="add mod">
          <ac:chgData name="Alex Casson" userId="53cffa54-f866-4b4c-8e51-0383f28edfe1" providerId="ADAL" clId="{644C307C-D2A8-4155-BBE8-3AE618ADF2D1}" dt="2025-04-07T07:37:42.384" v="1546" actId="1076"/>
          <ac:spMkLst>
            <pc:docMk/>
            <pc:sldMk cId="3929081183" sldId="275"/>
            <ac:spMk id="49" creationId="{6FA52EC2-0B89-FE37-3C28-1F51AA801B7E}"/>
          </ac:spMkLst>
        </pc:spChg>
        <pc:spChg chg="add mod">
          <ac:chgData name="Alex Casson" userId="53cffa54-f866-4b4c-8e51-0383f28edfe1" providerId="ADAL" clId="{644C307C-D2A8-4155-BBE8-3AE618ADF2D1}" dt="2025-04-07T07:37:42.384" v="1546" actId="1076"/>
          <ac:spMkLst>
            <pc:docMk/>
            <pc:sldMk cId="3929081183" sldId="275"/>
            <ac:spMk id="50" creationId="{D302F3D3-6158-182A-F6BA-01DE28CF36B0}"/>
          </ac:spMkLst>
        </pc:spChg>
        <pc:spChg chg="add mod">
          <ac:chgData name="Alex Casson" userId="53cffa54-f866-4b4c-8e51-0383f28edfe1" providerId="ADAL" clId="{644C307C-D2A8-4155-BBE8-3AE618ADF2D1}" dt="2025-04-07T07:37:42.384" v="1546" actId="1076"/>
          <ac:spMkLst>
            <pc:docMk/>
            <pc:sldMk cId="3929081183" sldId="275"/>
            <ac:spMk id="51" creationId="{425FB6AE-47EF-CB7E-ED08-E622B0F60CFA}"/>
          </ac:spMkLst>
        </pc:spChg>
        <pc:spChg chg="add mod">
          <ac:chgData name="Alex Casson" userId="53cffa54-f866-4b4c-8e51-0383f28edfe1" providerId="ADAL" clId="{644C307C-D2A8-4155-BBE8-3AE618ADF2D1}" dt="2025-04-07T07:37:42.384" v="1546" actId="1076"/>
          <ac:spMkLst>
            <pc:docMk/>
            <pc:sldMk cId="3929081183" sldId="275"/>
            <ac:spMk id="52" creationId="{807785C3-92DE-A19B-B005-1C9492B9A373}"/>
          </ac:spMkLst>
        </pc:spChg>
        <pc:spChg chg="add mod">
          <ac:chgData name="Alex Casson" userId="53cffa54-f866-4b4c-8e51-0383f28edfe1" providerId="ADAL" clId="{644C307C-D2A8-4155-BBE8-3AE618ADF2D1}" dt="2025-04-07T07:37:42.384" v="1546" actId="1076"/>
          <ac:spMkLst>
            <pc:docMk/>
            <pc:sldMk cId="3929081183" sldId="275"/>
            <ac:spMk id="53" creationId="{9BDBA4CE-D93A-226A-DE8A-8E10F8617F24}"/>
          </ac:spMkLst>
        </pc:spChg>
        <pc:spChg chg="add mod">
          <ac:chgData name="Alex Casson" userId="53cffa54-f866-4b4c-8e51-0383f28edfe1" providerId="ADAL" clId="{644C307C-D2A8-4155-BBE8-3AE618ADF2D1}" dt="2025-04-07T07:37:42.384" v="1546" actId="1076"/>
          <ac:spMkLst>
            <pc:docMk/>
            <pc:sldMk cId="3929081183" sldId="275"/>
            <ac:spMk id="54" creationId="{C7937D83-5148-FAC2-5579-FDAAAF925868}"/>
          </ac:spMkLst>
        </pc:spChg>
        <pc:spChg chg="add mod">
          <ac:chgData name="Alex Casson" userId="53cffa54-f866-4b4c-8e51-0383f28edfe1" providerId="ADAL" clId="{644C307C-D2A8-4155-BBE8-3AE618ADF2D1}" dt="2025-04-07T07:37:51.386" v="1548" actId="1076"/>
          <ac:spMkLst>
            <pc:docMk/>
            <pc:sldMk cId="3929081183" sldId="275"/>
            <ac:spMk id="55" creationId="{CD1684BC-26BC-18AC-2FC3-C68CFE8972B9}"/>
          </ac:spMkLst>
        </pc:spChg>
        <pc:spChg chg="add mod">
          <ac:chgData name="Alex Casson" userId="53cffa54-f866-4b4c-8e51-0383f28edfe1" providerId="ADAL" clId="{644C307C-D2A8-4155-BBE8-3AE618ADF2D1}" dt="2025-04-07T07:37:51.386" v="1548" actId="1076"/>
          <ac:spMkLst>
            <pc:docMk/>
            <pc:sldMk cId="3929081183" sldId="275"/>
            <ac:spMk id="56" creationId="{394703F0-E827-4853-8D6B-324EE7C1E966}"/>
          </ac:spMkLst>
        </pc:spChg>
        <pc:spChg chg="add mod">
          <ac:chgData name="Alex Casson" userId="53cffa54-f866-4b4c-8e51-0383f28edfe1" providerId="ADAL" clId="{644C307C-D2A8-4155-BBE8-3AE618ADF2D1}" dt="2025-04-07T07:37:51.386" v="1548" actId="1076"/>
          <ac:spMkLst>
            <pc:docMk/>
            <pc:sldMk cId="3929081183" sldId="275"/>
            <ac:spMk id="57" creationId="{D43239DF-F6D0-6843-9C62-70FB8A3D45E0}"/>
          </ac:spMkLst>
        </pc:spChg>
        <pc:spChg chg="add mod">
          <ac:chgData name="Alex Casson" userId="53cffa54-f866-4b4c-8e51-0383f28edfe1" providerId="ADAL" clId="{644C307C-D2A8-4155-BBE8-3AE618ADF2D1}" dt="2025-04-07T07:37:51.386" v="1548" actId="1076"/>
          <ac:spMkLst>
            <pc:docMk/>
            <pc:sldMk cId="3929081183" sldId="275"/>
            <ac:spMk id="58" creationId="{9E61B37D-C18F-561C-2C03-CE0666E1D0F0}"/>
          </ac:spMkLst>
        </pc:spChg>
        <pc:spChg chg="add mod">
          <ac:chgData name="Alex Casson" userId="53cffa54-f866-4b4c-8e51-0383f28edfe1" providerId="ADAL" clId="{644C307C-D2A8-4155-BBE8-3AE618ADF2D1}" dt="2025-04-07T07:37:51.386" v="1548" actId="1076"/>
          <ac:spMkLst>
            <pc:docMk/>
            <pc:sldMk cId="3929081183" sldId="275"/>
            <ac:spMk id="59" creationId="{946C40AC-E9D0-9EF2-4A69-D75EA38ECAEE}"/>
          </ac:spMkLst>
        </pc:spChg>
        <pc:spChg chg="add mod">
          <ac:chgData name="Alex Casson" userId="53cffa54-f866-4b4c-8e51-0383f28edfe1" providerId="ADAL" clId="{644C307C-D2A8-4155-BBE8-3AE618ADF2D1}" dt="2025-04-07T07:37:51.386" v="1548" actId="1076"/>
          <ac:spMkLst>
            <pc:docMk/>
            <pc:sldMk cId="3929081183" sldId="275"/>
            <ac:spMk id="60" creationId="{79E38907-CEA6-5F23-9DFC-E5BC8BAF1669}"/>
          </ac:spMkLst>
        </pc:spChg>
        <pc:cxnChg chg="add mod">
          <ac:chgData name="Alex Casson" userId="53cffa54-f866-4b4c-8e51-0383f28edfe1" providerId="ADAL" clId="{644C307C-D2A8-4155-BBE8-3AE618ADF2D1}" dt="2025-04-07T06:19:14.665" v="1001" actId="1076"/>
          <ac:cxnSpMkLst>
            <pc:docMk/>
            <pc:sldMk cId="3929081183" sldId="275"/>
            <ac:cxnSpMk id="6" creationId="{8656CCC8-5D5E-EED4-1E87-00481CF689F5}"/>
          </ac:cxnSpMkLst>
        </pc:cxnChg>
        <pc:cxnChg chg="add mod">
          <ac:chgData name="Alex Casson" userId="53cffa54-f866-4b4c-8e51-0383f28edfe1" providerId="ADAL" clId="{644C307C-D2A8-4155-BBE8-3AE618ADF2D1}" dt="2025-04-07T06:20:30.258" v="1035" actId="1076"/>
          <ac:cxnSpMkLst>
            <pc:docMk/>
            <pc:sldMk cId="3929081183" sldId="275"/>
            <ac:cxnSpMk id="19" creationId="{E2DF662B-5B48-B5DF-82BE-4DC8D0D2F6BD}"/>
          </ac:cxnSpMkLst>
        </pc:cxnChg>
        <pc:cxnChg chg="add mod">
          <ac:chgData name="Alex Casson" userId="53cffa54-f866-4b4c-8e51-0383f28edfe1" providerId="ADAL" clId="{644C307C-D2A8-4155-BBE8-3AE618ADF2D1}" dt="2025-04-07T06:23:10.773" v="1123" actId="1076"/>
          <ac:cxnSpMkLst>
            <pc:docMk/>
            <pc:sldMk cId="3929081183" sldId="275"/>
            <ac:cxnSpMk id="36" creationId="{22320BA9-0AD2-103E-4AE1-219FF2336E67}"/>
          </ac:cxnSpMkLst>
        </pc:cxnChg>
      </pc:sldChg>
      <pc:sldChg chg="addSp delSp modSp new mod">
        <pc:chgData name="Alex Casson" userId="53cffa54-f866-4b4c-8e51-0383f28edfe1" providerId="ADAL" clId="{644C307C-D2A8-4155-BBE8-3AE618ADF2D1}" dt="2025-04-07T06:52:27.820" v="1339" actId="21"/>
        <pc:sldMkLst>
          <pc:docMk/>
          <pc:sldMk cId="794172261" sldId="276"/>
        </pc:sldMkLst>
        <pc:spChg chg="add mod">
          <ac:chgData name="Alex Casson" userId="53cffa54-f866-4b4c-8e51-0383f28edfe1" providerId="ADAL" clId="{644C307C-D2A8-4155-BBE8-3AE618ADF2D1}" dt="2025-04-07T06:47:11.070" v="1169" actId="20577"/>
          <ac:spMkLst>
            <pc:docMk/>
            <pc:sldMk cId="794172261" sldId="276"/>
            <ac:spMk id="4" creationId="{6D395F6E-50E6-2B90-BA73-B4891AAF6331}"/>
          </ac:spMkLst>
        </pc:spChg>
        <pc:spChg chg="add mod">
          <ac:chgData name="Alex Casson" userId="53cffa54-f866-4b4c-8e51-0383f28edfe1" providerId="ADAL" clId="{644C307C-D2A8-4155-BBE8-3AE618ADF2D1}" dt="2025-04-07T06:47:17.016" v="1176" actId="20577"/>
          <ac:spMkLst>
            <pc:docMk/>
            <pc:sldMk cId="794172261" sldId="276"/>
            <ac:spMk id="5" creationId="{0EB61132-FEAF-EF89-BE17-B524FC5A7ACE}"/>
          </ac:spMkLst>
        </pc:spChg>
        <pc:spChg chg="add mod">
          <ac:chgData name="Alex Casson" userId="53cffa54-f866-4b4c-8e51-0383f28edfe1" providerId="ADAL" clId="{644C307C-D2A8-4155-BBE8-3AE618ADF2D1}" dt="2025-04-07T06:47:22.569" v="1183" actId="20577"/>
          <ac:spMkLst>
            <pc:docMk/>
            <pc:sldMk cId="794172261" sldId="276"/>
            <ac:spMk id="6" creationId="{B1713B11-BADE-8F1E-4B45-8B0BD6F09A86}"/>
          </ac:spMkLst>
        </pc:spChg>
        <pc:spChg chg="add mod">
          <ac:chgData name="Alex Casson" userId="53cffa54-f866-4b4c-8e51-0383f28edfe1" providerId="ADAL" clId="{644C307C-D2A8-4155-BBE8-3AE618ADF2D1}" dt="2025-04-07T06:47:37.888" v="1186" actId="20577"/>
          <ac:spMkLst>
            <pc:docMk/>
            <pc:sldMk cId="794172261" sldId="276"/>
            <ac:spMk id="7" creationId="{67A00468-0130-36AD-7638-B15CCD89C0B9}"/>
          </ac:spMkLst>
        </pc:spChg>
        <pc:spChg chg="add mod">
          <ac:chgData name="Alex Casson" userId="53cffa54-f866-4b4c-8e51-0383f28edfe1" providerId="ADAL" clId="{644C307C-D2A8-4155-BBE8-3AE618ADF2D1}" dt="2025-04-07T06:49:10.826" v="1209" actId="1076"/>
          <ac:spMkLst>
            <pc:docMk/>
            <pc:sldMk cId="794172261" sldId="276"/>
            <ac:spMk id="8" creationId="{5D901EC1-236B-C696-265D-AF7BE7C1EEA4}"/>
          </ac:spMkLst>
        </pc:spChg>
        <pc:spChg chg="add mod">
          <ac:chgData name="Alex Casson" userId="53cffa54-f866-4b4c-8e51-0383f28edfe1" providerId="ADAL" clId="{644C307C-D2A8-4155-BBE8-3AE618ADF2D1}" dt="2025-04-07T06:48:18.100" v="1198" actId="6549"/>
          <ac:spMkLst>
            <pc:docMk/>
            <pc:sldMk cId="794172261" sldId="276"/>
            <ac:spMk id="9" creationId="{650BDA70-4D62-7D53-755A-CE0A7BCEA09E}"/>
          </ac:spMkLst>
        </pc:spChg>
        <pc:spChg chg="add mod">
          <ac:chgData name="Alex Casson" userId="53cffa54-f866-4b4c-8e51-0383f28edfe1" providerId="ADAL" clId="{644C307C-D2A8-4155-BBE8-3AE618ADF2D1}" dt="2025-04-07T06:48:19.658" v="1199" actId="6549"/>
          <ac:spMkLst>
            <pc:docMk/>
            <pc:sldMk cId="794172261" sldId="276"/>
            <ac:spMk id="10" creationId="{A4C5634D-A0B1-5660-F6C3-1CEEAFD6C805}"/>
          </ac:spMkLst>
        </pc:spChg>
        <pc:spChg chg="add mod">
          <ac:chgData name="Alex Casson" userId="53cffa54-f866-4b4c-8e51-0383f28edfe1" providerId="ADAL" clId="{644C307C-D2A8-4155-BBE8-3AE618ADF2D1}" dt="2025-04-07T06:48:08.455" v="1195" actId="20577"/>
          <ac:spMkLst>
            <pc:docMk/>
            <pc:sldMk cId="794172261" sldId="276"/>
            <ac:spMk id="11" creationId="{488FF3CB-481F-B43C-8FEE-383A57FDCE5D}"/>
          </ac:spMkLst>
        </pc:spChg>
        <pc:spChg chg="add mod">
          <ac:chgData name="Alex Casson" userId="53cffa54-f866-4b4c-8e51-0383f28edfe1" providerId="ADAL" clId="{644C307C-D2A8-4155-BBE8-3AE618ADF2D1}" dt="2025-04-07T06:49:42.721" v="1308" actId="1076"/>
          <ac:spMkLst>
            <pc:docMk/>
            <pc:sldMk cId="794172261" sldId="276"/>
            <ac:spMk id="17" creationId="{974EE6CA-C94F-09BD-0D0F-200DA7F46D15}"/>
          </ac:spMkLst>
        </pc:spChg>
        <pc:cxnChg chg="add mod">
          <ac:chgData name="Alex Casson" userId="53cffa54-f866-4b4c-8e51-0383f28edfe1" providerId="ADAL" clId="{644C307C-D2A8-4155-BBE8-3AE618ADF2D1}" dt="2025-04-07T06:48:36.460" v="1202" actId="1076"/>
          <ac:cxnSpMkLst>
            <pc:docMk/>
            <pc:sldMk cId="794172261" sldId="276"/>
            <ac:cxnSpMk id="14" creationId="{2C169610-D96F-72FD-2F73-1317791AADAB}"/>
          </ac:cxnSpMkLst>
        </pc:cxnChg>
        <pc:cxnChg chg="add mod">
          <ac:chgData name="Alex Casson" userId="53cffa54-f866-4b4c-8e51-0383f28edfe1" providerId="ADAL" clId="{644C307C-D2A8-4155-BBE8-3AE618ADF2D1}" dt="2025-04-07T06:48:42.431" v="1204" actId="1076"/>
          <ac:cxnSpMkLst>
            <pc:docMk/>
            <pc:sldMk cId="794172261" sldId="276"/>
            <ac:cxnSpMk id="15" creationId="{BFDF6408-04E0-06F5-A67D-F37D07DD4249}"/>
          </ac:cxnSpMkLst>
        </pc:cxnChg>
        <pc:cxnChg chg="add mod">
          <ac:chgData name="Alex Casson" userId="53cffa54-f866-4b4c-8e51-0383f28edfe1" providerId="ADAL" clId="{644C307C-D2A8-4155-BBE8-3AE618ADF2D1}" dt="2025-04-07T06:48:50.212" v="1206" actId="1076"/>
          <ac:cxnSpMkLst>
            <pc:docMk/>
            <pc:sldMk cId="794172261" sldId="276"/>
            <ac:cxnSpMk id="16" creationId="{06EBC7C8-13AD-DD0E-2AF9-C9546F2B553E}"/>
          </ac:cxnSpMkLst>
        </pc:cxnChg>
      </pc:sldChg>
      <pc:sldChg chg="addSp delSp modSp new mod">
        <pc:chgData name="Alex Casson" userId="53cffa54-f866-4b4c-8e51-0383f28edfe1" providerId="ADAL" clId="{644C307C-D2A8-4155-BBE8-3AE618ADF2D1}" dt="2025-04-07T06:54:33.678" v="1478" actId="20577"/>
        <pc:sldMkLst>
          <pc:docMk/>
          <pc:sldMk cId="520640422" sldId="277"/>
        </pc:sldMkLst>
        <pc:spChg chg="add mod">
          <ac:chgData name="Alex Casson" userId="53cffa54-f866-4b4c-8e51-0383f28edfe1" providerId="ADAL" clId="{644C307C-D2A8-4155-BBE8-3AE618ADF2D1}" dt="2025-04-07T06:53:25.244" v="1345" actId="1076"/>
          <ac:spMkLst>
            <pc:docMk/>
            <pc:sldMk cId="520640422" sldId="277"/>
            <ac:spMk id="4" creationId="{08C1E7FD-632B-40EF-BB9C-DAF358D9837E}"/>
          </ac:spMkLst>
        </pc:spChg>
        <pc:spChg chg="add mod">
          <ac:chgData name="Alex Casson" userId="53cffa54-f866-4b4c-8e51-0383f28edfe1" providerId="ADAL" clId="{644C307C-D2A8-4155-BBE8-3AE618ADF2D1}" dt="2025-04-07T06:53:25.244" v="1345" actId="1076"/>
          <ac:spMkLst>
            <pc:docMk/>
            <pc:sldMk cId="520640422" sldId="277"/>
            <ac:spMk id="5" creationId="{B37C5281-96ED-B0A0-06F7-FCE2ACC6261D}"/>
          </ac:spMkLst>
        </pc:spChg>
        <pc:spChg chg="add mod">
          <ac:chgData name="Alex Casson" userId="53cffa54-f866-4b4c-8e51-0383f28edfe1" providerId="ADAL" clId="{644C307C-D2A8-4155-BBE8-3AE618ADF2D1}" dt="2025-04-07T06:53:25.244" v="1345" actId="1076"/>
          <ac:spMkLst>
            <pc:docMk/>
            <pc:sldMk cId="520640422" sldId="277"/>
            <ac:spMk id="6" creationId="{EAC054D1-C4C9-5043-696C-D96A0DBF78D9}"/>
          </ac:spMkLst>
        </pc:spChg>
        <pc:spChg chg="add mod">
          <ac:chgData name="Alex Casson" userId="53cffa54-f866-4b4c-8e51-0383f28edfe1" providerId="ADAL" clId="{644C307C-D2A8-4155-BBE8-3AE618ADF2D1}" dt="2025-04-07T06:53:25.244" v="1345" actId="1076"/>
          <ac:spMkLst>
            <pc:docMk/>
            <pc:sldMk cId="520640422" sldId="277"/>
            <ac:spMk id="7" creationId="{71B8E2DB-4505-AE1E-EE6D-6576EDC9B438}"/>
          </ac:spMkLst>
        </pc:spChg>
        <pc:spChg chg="add mod">
          <ac:chgData name="Alex Casson" userId="53cffa54-f866-4b4c-8e51-0383f28edfe1" providerId="ADAL" clId="{644C307C-D2A8-4155-BBE8-3AE618ADF2D1}" dt="2025-04-07T06:54:33.678" v="1478" actId="20577"/>
          <ac:spMkLst>
            <pc:docMk/>
            <pc:sldMk cId="520640422" sldId="277"/>
            <ac:spMk id="11" creationId="{7613D5FE-46E0-EBEB-63FA-A7A779E2540D}"/>
          </ac:spMkLst>
        </pc:spChg>
        <pc:spChg chg="add mod">
          <ac:chgData name="Alex Casson" userId="53cffa54-f866-4b4c-8e51-0383f28edfe1" providerId="ADAL" clId="{644C307C-D2A8-4155-BBE8-3AE618ADF2D1}" dt="2025-04-07T06:53:10.069" v="1343" actId="1076"/>
          <ac:spMkLst>
            <pc:docMk/>
            <pc:sldMk cId="520640422" sldId="277"/>
            <ac:spMk id="23" creationId="{71463D65-F0EF-78C1-5B53-F5BB6F7B5ADC}"/>
          </ac:spMkLst>
        </pc:spChg>
        <pc:spChg chg="add mod">
          <ac:chgData name="Alex Casson" userId="53cffa54-f866-4b4c-8e51-0383f28edfe1" providerId="ADAL" clId="{644C307C-D2A8-4155-BBE8-3AE618ADF2D1}" dt="2025-04-07T06:53:33.278" v="1348" actId="207"/>
          <ac:spMkLst>
            <pc:docMk/>
            <pc:sldMk cId="520640422" sldId="277"/>
            <ac:spMk id="24" creationId="{14AEDDA1-D9CB-2A5A-4E2F-F5E8EA40EC8C}"/>
          </ac:spMkLst>
        </pc:spChg>
        <pc:spChg chg="add mod">
          <ac:chgData name="Alex Casson" userId="53cffa54-f866-4b4c-8e51-0383f28edfe1" providerId="ADAL" clId="{644C307C-D2A8-4155-BBE8-3AE618ADF2D1}" dt="2025-04-07T06:53:10.069" v="1343" actId="1076"/>
          <ac:spMkLst>
            <pc:docMk/>
            <pc:sldMk cId="520640422" sldId="277"/>
            <ac:spMk id="25" creationId="{C3B48CBD-6BE8-1C96-2A1A-98822B4CAAA9}"/>
          </ac:spMkLst>
        </pc:spChg>
        <pc:spChg chg="add mod">
          <ac:chgData name="Alex Casson" userId="53cffa54-f866-4b4c-8e51-0383f28edfe1" providerId="ADAL" clId="{644C307C-D2A8-4155-BBE8-3AE618ADF2D1}" dt="2025-04-07T06:53:10.069" v="1343" actId="1076"/>
          <ac:spMkLst>
            <pc:docMk/>
            <pc:sldMk cId="520640422" sldId="277"/>
            <ac:spMk id="26" creationId="{05356DE1-7210-F0A4-75CF-9181A6A080BB}"/>
          </ac:spMkLst>
        </pc:spChg>
        <pc:spChg chg="add mod">
          <ac:chgData name="Alex Casson" userId="53cffa54-f866-4b4c-8e51-0383f28edfe1" providerId="ADAL" clId="{644C307C-D2A8-4155-BBE8-3AE618ADF2D1}" dt="2025-04-07T06:53:10.069" v="1343" actId="1076"/>
          <ac:spMkLst>
            <pc:docMk/>
            <pc:sldMk cId="520640422" sldId="277"/>
            <ac:spMk id="28" creationId="{9734537C-8B95-74D7-6CA4-FBBEA184EC7E}"/>
          </ac:spMkLst>
        </pc:spChg>
        <pc:cxnChg chg="add mod">
          <ac:chgData name="Alex Casson" userId="53cffa54-f866-4b4c-8e51-0383f28edfe1" providerId="ADAL" clId="{644C307C-D2A8-4155-BBE8-3AE618ADF2D1}" dt="2025-04-07T06:53:25.244" v="1345" actId="1076"/>
          <ac:cxnSpMkLst>
            <pc:docMk/>
            <pc:sldMk cId="520640422" sldId="277"/>
            <ac:cxnSpMk id="8" creationId="{EBD51337-700E-537E-0066-E1F9D693F921}"/>
          </ac:cxnSpMkLst>
        </pc:cxnChg>
        <pc:cxnChg chg="add mod">
          <ac:chgData name="Alex Casson" userId="53cffa54-f866-4b4c-8e51-0383f28edfe1" providerId="ADAL" clId="{644C307C-D2A8-4155-BBE8-3AE618ADF2D1}" dt="2025-04-07T06:53:25.244" v="1345" actId="1076"/>
          <ac:cxnSpMkLst>
            <pc:docMk/>
            <pc:sldMk cId="520640422" sldId="277"/>
            <ac:cxnSpMk id="9" creationId="{333CA4FB-1723-BD99-70AF-98C0223FA634}"/>
          </ac:cxnSpMkLst>
        </pc:cxnChg>
        <pc:cxnChg chg="add mod">
          <ac:chgData name="Alex Casson" userId="53cffa54-f866-4b4c-8e51-0383f28edfe1" providerId="ADAL" clId="{644C307C-D2A8-4155-BBE8-3AE618ADF2D1}" dt="2025-04-07T06:53:25.244" v="1345" actId="1076"/>
          <ac:cxnSpMkLst>
            <pc:docMk/>
            <pc:sldMk cId="520640422" sldId="277"/>
            <ac:cxnSpMk id="10" creationId="{35B4D185-24B0-8513-57EA-942934466508}"/>
          </ac:cxnSpMkLst>
        </pc:cxnChg>
      </pc:sldChg>
      <pc:sldChg chg="addSp delSp modSp new mod">
        <pc:chgData name="Alex Casson" userId="53cffa54-f866-4b4c-8e51-0383f28edfe1" providerId="ADAL" clId="{644C307C-D2A8-4155-BBE8-3AE618ADF2D1}" dt="2025-04-08T05:33:42.420" v="1585" actId="1076"/>
        <pc:sldMkLst>
          <pc:docMk/>
          <pc:sldMk cId="3611089737" sldId="278"/>
        </pc:sldMkLst>
        <pc:spChg chg="add mod">
          <ac:chgData name="Alex Casson" userId="53cffa54-f866-4b4c-8e51-0383f28edfe1" providerId="ADAL" clId="{644C307C-D2A8-4155-BBE8-3AE618ADF2D1}" dt="2025-04-08T05:33:30.712" v="1554" actId="1076"/>
          <ac:spMkLst>
            <pc:docMk/>
            <pc:sldMk cId="3611089737" sldId="278"/>
            <ac:spMk id="6" creationId="{BA4AFD4F-D638-9AC6-6E7C-16DBB195A9E6}"/>
          </ac:spMkLst>
        </pc:spChg>
        <pc:spChg chg="add mod">
          <ac:chgData name="Alex Casson" userId="53cffa54-f866-4b4c-8e51-0383f28edfe1" providerId="ADAL" clId="{644C307C-D2A8-4155-BBE8-3AE618ADF2D1}" dt="2025-04-08T05:33:42.420" v="1585" actId="1076"/>
          <ac:spMkLst>
            <pc:docMk/>
            <pc:sldMk cId="3611089737" sldId="278"/>
            <ac:spMk id="7" creationId="{1AB46B2E-9A19-E7F2-1485-D0B35A6F667D}"/>
          </ac:spMkLst>
        </pc:spChg>
        <pc:picChg chg="add">
          <ac:chgData name="Alex Casson" userId="53cffa54-f866-4b4c-8e51-0383f28edfe1" providerId="ADAL" clId="{644C307C-D2A8-4155-BBE8-3AE618ADF2D1}" dt="2025-04-08T05:33:09.029" v="1552" actId="22"/>
          <ac:picMkLst>
            <pc:docMk/>
            <pc:sldMk cId="3611089737" sldId="278"/>
            <ac:picMk id="5" creationId="{5218FBEF-7701-17E9-64F2-A98F4906D521}"/>
          </ac:picMkLst>
        </pc:picChg>
        <pc:cxnChg chg="add mod">
          <ac:chgData name="Alex Casson" userId="53cffa54-f866-4b4c-8e51-0383f28edfe1" providerId="ADAL" clId="{644C307C-D2A8-4155-BBE8-3AE618ADF2D1}" dt="2025-04-08T05:33:30.712" v="1554" actId="1076"/>
          <ac:cxnSpMkLst>
            <pc:docMk/>
            <pc:sldMk cId="3611089737" sldId="278"/>
            <ac:cxnSpMk id="8" creationId="{AA1A7A0A-A34A-EB2D-F847-42A8CE57EC81}"/>
          </ac:cxnSpMkLst>
        </pc:cxnChg>
      </pc:sldChg>
      <pc:sldChg chg="addSp delSp modSp new mod ord">
        <pc:chgData name="Alex Casson" userId="53cffa54-f866-4b4c-8e51-0383f28edfe1" providerId="ADAL" clId="{644C307C-D2A8-4155-BBE8-3AE618ADF2D1}" dt="2025-04-09T05:54:40.450" v="1895" actId="20577"/>
        <pc:sldMkLst>
          <pc:docMk/>
          <pc:sldMk cId="4232648782" sldId="279"/>
        </pc:sldMkLst>
        <pc:spChg chg="add mod">
          <ac:chgData name="Alex Casson" userId="53cffa54-f866-4b4c-8e51-0383f28edfe1" providerId="ADAL" clId="{644C307C-D2A8-4155-BBE8-3AE618ADF2D1}" dt="2025-04-09T05:53:22.013" v="1801" actId="1076"/>
          <ac:spMkLst>
            <pc:docMk/>
            <pc:sldMk cId="4232648782" sldId="279"/>
            <ac:spMk id="15" creationId="{4FE20BAC-E00A-C250-F93C-7FFD9ECA57B9}"/>
          </ac:spMkLst>
        </pc:spChg>
        <pc:spChg chg="add mod">
          <ac:chgData name="Alex Casson" userId="53cffa54-f866-4b4c-8e51-0383f28edfe1" providerId="ADAL" clId="{644C307C-D2A8-4155-BBE8-3AE618ADF2D1}" dt="2025-04-09T05:53:22.013" v="1801" actId="1076"/>
          <ac:spMkLst>
            <pc:docMk/>
            <pc:sldMk cId="4232648782" sldId="279"/>
            <ac:spMk id="19" creationId="{2FFEC19C-A923-212D-F474-FCD66B91F70D}"/>
          </ac:spMkLst>
        </pc:spChg>
        <pc:spChg chg="add mod">
          <ac:chgData name="Alex Casson" userId="53cffa54-f866-4b4c-8e51-0383f28edfe1" providerId="ADAL" clId="{644C307C-D2A8-4155-BBE8-3AE618ADF2D1}" dt="2025-04-09T05:53:22.013" v="1801" actId="1076"/>
          <ac:spMkLst>
            <pc:docMk/>
            <pc:sldMk cId="4232648782" sldId="279"/>
            <ac:spMk id="20" creationId="{235CC85F-FD46-2AA2-DAB5-C2EB4371AF29}"/>
          </ac:spMkLst>
        </pc:spChg>
        <pc:spChg chg="add mod">
          <ac:chgData name="Alex Casson" userId="53cffa54-f866-4b4c-8e51-0383f28edfe1" providerId="ADAL" clId="{644C307C-D2A8-4155-BBE8-3AE618ADF2D1}" dt="2025-04-09T05:53:22.013" v="1801" actId="1076"/>
          <ac:spMkLst>
            <pc:docMk/>
            <pc:sldMk cId="4232648782" sldId="279"/>
            <ac:spMk id="21" creationId="{31FEA6B7-380B-5977-25E4-E493815988E8}"/>
          </ac:spMkLst>
        </pc:spChg>
        <pc:spChg chg="add mod">
          <ac:chgData name="Alex Casson" userId="53cffa54-f866-4b4c-8e51-0383f28edfe1" providerId="ADAL" clId="{644C307C-D2A8-4155-BBE8-3AE618ADF2D1}" dt="2025-04-09T05:53:22.013" v="1801" actId="1076"/>
          <ac:spMkLst>
            <pc:docMk/>
            <pc:sldMk cId="4232648782" sldId="279"/>
            <ac:spMk id="22" creationId="{0DAC4E21-8DAD-13B4-891A-018811F9FA03}"/>
          </ac:spMkLst>
        </pc:spChg>
        <pc:spChg chg="add mod">
          <ac:chgData name="Alex Casson" userId="53cffa54-f866-4b4c-8e51-0383f28edfe1" providerId="ADAL" clId="{644C307C-D2A8-4155-BBE8-3AE618ADF2D1}" dt="2025-04-09T05:54:40.450" v="1895" actId="20577"/>
          <ac:spMkLst>
            <pc:docMk/>
            <pc:sldMk cId="4232648782" sldId="279"/>
            <ac:spMk id="23" creationId="{8AF0B7D3-FCB4-1D88-8EBA-32638EAD44EC}"/>
          </ac:spMkLst>
        </pc:spChg>
        <pc:spChg chg="add mod">
          <ac:chgData name="Alex Casson" userId="53cffa54-f866-4b4c-8e51-0383f28edfe1" providerId="ADAL" clId="{644C307C-D2A8-4155-BBE8-3AE618ADF2D1}" dt="2025-04-09T05:53:22.013" v="1801" actId="1076"/>
          <ac:spMkLst>
            <pc:docMk/>
            <pc:sldMk cId="4232648782" sldId="279"/>
            <ac:spMk id="24" creationId="{9BF0E68A-49D8-276F-84E8-270688063410}"/>
          </ac:spMkLst>
        </pc:spChg>
        <pc:spChg chg="add mod">
          <ac:chgData name="Alex Casson" userId="53cffa54-f866-4b4c-8e51-0383f28edfe1" providerId="ADAL" clId="{644C307C-D2A8-4155-BBE8-3AE618ADF2D1}" dt="2025-04-09T05:53:22.013" v="1801" actId="1076"/>
          <ac:spMkLst>
            <pc:docMk/>
            <pc:sldMk cId="4232648782" sldId="279"/>
            <ac:spMk id="25" creationId="{85253A9D-193D-C457-1D35-0EBE3249378E}"/>
          </ac:spMkLst>
        </pc:spChg>
        <pc:spChg chg="add mod">
          <ac:chgData name="Alex Casson" userId="53cffa54-f866-4b4c-8e51-0383f28edfe1" providerId="ADAL" clId="{644C307C-D2A8-4155-BBE8-3AE618ADF2D1}" dt="2025-04-09T05:53:22.013" v="1801" actId="1076"/>
          <ac:spMkLst>
            <pc:docMk/>
            <pc:sldMk cId="4232648782" sldId="279"/>
            <ac:spMk id="26" creationId="{C6724A62-19CE-91A5-AAEE-B1F0F526BFD4}"/>
          </ac:spMkLst>
        </pc:spChg>
        <pc:cxnChg chg="add mod">
          <ac:chgData name="Alex Casson" userId="53cffa54-f866-4b4c-8e51-0383f28edfe1" providerId="ADAL" clId="{644C307C-D2A8-4155-BBE8-3AE618ADF2D1}" dt="2025-04-09T05:50:52.166" v="1771" actId="1582"/>
          <ac:cxnSpMkLst>
            <pc:docMk/>
            <pc:sldMk cId="4232648782" sldId="279"/>
            <ac:cxnSpMk id="28" creationId="{D889595F-B3D9-E3FB-0EA0-27A9AAD9828D}"/>
          </ac:cxnSpMkLst>
        </pc:cxnChg>
        <pc:cxnChg chg="add mod">
          <ac:chgData name="Alex Casson" userId="53cffa54-f866-4b4c-8e51-0383f28edfe1" providerId="ADAL" clId="{644C307C-D2A8-4155-BBE8-3AE618ADF2D1}" dt="2025-04-09T05:50:57.034" v="1773" actId="1076"/>
          <ac:cxnSpMkLst>
            <pc:docMk/>
            <pc:sldMk cId="4232648782" sldId="279"/>
            <ac:cxnSpMk id="29" creationId="{2C9D1A4C-D65F-5801-7A45-A0A3FCC333D7}"/>
          </ac:cxnSpMkLst>
        </pc:cxnChg>
        <pc:cxnChg chg="add mod">
          <ac:chgData name="Alex Casson" userId="53cffa54-f866-4b4c-8e51-0383f28edfe1" providerId="ADAL" clId="{644C307C-D2A8-4155-BBE8-3AE618ADF2D1}" dt="2025-04-09T05:51:00.563" v="1775" actId="1076"/>
          <ac:cxnSpMkLst>
            <pc:docMk/>
            <pc:sldMk cId="4232648782" sldId="279"/>
            <ac:cxnSpMk id="30" creationId="{EA88E97F-6683-5F5E-5B70-C51CD7890E6F}"/>
          </ac:cxnSpMkLst>
        </pc:cxnChg>
        <pc:cxnChg chg="add mod">
          <ac:chgData name="Alex Casson" userId="53cffa54-f866-4b4c-8e51-0383f28edfe1" providerId="ADAL" clId="{644C307C-D2A8-4155-BBE8-3AE618ADF2D1}" dt="2025-04-09T05:51:12.585" v="1777" actId="1076"/>
          <ac:cxnSpMkLst>
            <pc:docMk/>
            <pc:sldMk cId="4232648782" sldId="279"/>
            <ac:cxnSpMk id="31" creationId="{5D0D39B1-03BE-AC4B-C238-5162D7D8A440}"/>
          </ac:cxnSpMkLst>
        </pc:cxnChg>
        <pc:cxnChg chg="add mod">
          <ac:chgData name="Alex Casson" userId="53cffa54-f866-4b4c-8e51-0383f28edfe1" providerId="ADAL" clId="{644C307C-D2A8-4155-BBE8-3AE618ADF2D1}" dt="2025-04-09T05:53:22.013" v="1801" actId="1076"/>
          <ac:cxnSpMkLst>
            <pc:docMk/>
            <pc:sldMk cId="4232648782" sldId="279"/>
            <ac:cxnSpMk id="32" creationId="{EBCB06B7-856B-4730-40A9-AB7EAE278727}"/>
          </ac:cxnSpMkLst>
        </pc:cxnChg>
        <pc:cxnChg chg="add mod">
          <ac:chgData name="Alex Casson" userId="53cffa54-f866-4b4c-8e51-0383f28edfe1" providerId="ADAL" clId="{644C307C-D2A8-4155-BBE8-3AE618ADF2D1}" dt="2025-04-09T05:52:53.498" v="1797" actId="14100"/>
          <ac:cxnSpMkLst>
            <pc:docMk/>
            <pc:sldMk cId="4232648782" sldId="279"/>
            <ac:cxnSpMk id="33" creationId="{16B9A82F-49A4-9D1F-1D90-F8DF92DA974D}"/>
          </ac:cxnSpMkLst>
        </pc:cxnChg>
        <pc:cxnChg chg="add mod">
          <ac:chgData name="Alex Casson" userId="53cffa54-f866-4b4c-8e51-0383f28edfe1" providerId="ADAL" clId="{644C307C-D2A8-4155-BBE8-3AE618ADF2D1}" dt="2025-04-09T05:52:20.315" v="1792" actId="14100"/>
          <ac:cxnSpMkLst>
            <pc:docMk/>
            <pc:sldMk cId="4232648782" sldId="279"/>
            <ac:cxnSpMk id="34" creationId="{BC90F694-FA34-D12B-0851-D70F115AF012}"/>
          </ac:cxnSpMkLst>
        </pc:cxnChg>
        <pc:cxnChg chg="add mod">
          <ac:chgData name="Alex Casson" userId="53cffa54-f866-4b4c-8e51-0383f28edfe1" providerId="ADAL" clId="{644C307C-D2A8-4155-BBE8-3AE618ADF2D1}" dt="2025-04-09T05:52:25.835" v="1793" actId="14100"/>
          <ac:cxnSpMkLst>
            <pc:docMk/>
            <pc:sldMk cId="4232648782" sldId="279"/>
            <ac:cxnSpMk id="35" creationId="{590C9973-F44D-0075-C4DE-97ABB4E31511}"/>
          </ac:cxnSpMkLst>
        </pc:cxnChg>
        <pc:cxnChg chg="add mod">
          <ac:chgData name="Alex Casson" userId="53cffa54-f866-4b4c-8e51-0383f28edfe1" providerId="ADAL" clId="{644C307C-D2A8-4155-BBE8-3AE618ADF2D1}" dt="2025-04-09T05:52:57.755" v="1798" actId="14100"/>
          <ac:cxnSpMkLst>
            <pc:docMk/>
            <pc:sldMk cId="4232648782" sldId="279"/>
            <ac:cxnSpMk id="36" creationId="{D27C1F92-33AC-902B-9B7D-162FED4EA33B}"/>
          </ac:cxnSpMkLst>
        </pc:cxnChg>
      </pc:sldChg>
      <pc:sldChg chg="addSp delSp modSp new mod">
        <pc:chgData name="Alex Casson" userId="53cffa54-f866-4b4c-8e51-0383f28edfe1" providerId="ADAL" clId="{644C307C-D2A8-4155-BBE8-3AE618ADF2D1}" dt="2025-04-14T06:10:50.412" v="2329" actId="20577"/>
        <pc:sldMkLst>
          <pc:docMk/>
          <pc:sldMk cId="1420435035" sldId="280"/>
        </pc:sldMkLst>
        <pc:spChg chg="del">
          <ac:chgData name="Alex Casson" userId="53cffa54-f866-4b4c-8e51-0383f28edfe1" providerId="ADAL" clId="{644C307C-D2A8-4155-BBE8-3AE618ADF2D1}" dt="2025-04-14T05:59:17.706" v="1898" actId="478"/>
          <ac:spMkLst>
            <pc:docMk/>
            <pc:sldMk cId="1420435035" sldId="280"/>
            <ac:spMk id="2" creationId="{7E021B3B-537E-D99E-FC87-21626EF40FCD}"/>
          </ac:spMkLst>
        </pc:spChg>
        <pc:spChg chg="del">
          <ac:chgData name="Alex Casson" userId="53cffa54-f866-4b4c-8e51-0383f28edfe1" providerId="ADAL" clId="{644C307C-D2A8-4155-BBE8-3AE618ADF2D1}" dt="2025-04-14T05:59:16.779" v="1897" actId="478"/>
          <ac:spMkLst>
            <pc:docMk/>
            <pc:sldMk cId="1420435035" sldId="280"/>
            <ac:spMk id="3" creationId="{70B1B909-72B1-AA1F-3DC0-627A5DBF3242}"/>
          </ac:spMkLst>
        </pc:spChg>
        <pc:spChg chg="add mod">
          <ac:chgData name="Alex Casson" userId="53cffa54-f866-4b4c-8e51-0383f28edfe1" providerId="ADAL" clId="{644C307C-D2A8-4155-BBE8-3AE618ADF2D1}" dt="2025-04-14T06:01:25.246" v="1984" actId="207"/>
          <ac:spMkLst>
            <pc:docMk/>
            <pc:sldMk cId="1420435035" sldId="280"/>
            <ac:spMk id="4" creationId="{437F6137-1B94-48D8-2823-96A81954458D}"/>
          </ac:spMkLst>
        </pc:spChg>
        <pc:spChg chg="add mod">
          <ac:chgData name="Alex Casson" userId="53cffa54-f866-4b4c-8e51-0383f28edfe1" providerId="ADAL" clId="{644C307C-D2A8-4155-BBE8-3AE618ADF2D1}" dt="2025-04-14T06:03:13.595" v="2048" actId="20577"/>
          <ac:spMkLst>
            <pc:docMk/>
            <pc:sldMk cId="1420435035" sldId="280"/>
            <ac:spMk id="5" creationId="{8F490C50-7C63-71B9-38D4-CF7F1B0EA5D6}"/>
          </ac:spMkLst>
        </pc:spChg>
        <pc:spChg chg="add mod">
          <ac:chgData name="Alex Casson" userId="53cffa54-f866-4b4c-8e51-0383f28edfe1" providerId="ADAL" clId="{644C307C-D2A8-4155-BBE8-3AE618ADF2D1}" dt="2025-04-14T06:05:35.831" v="2156" actId="20577"/>
          <ac:spMkLst>
            <pc:docMk/>
            <pc:sldMk cId="1420435035" sldId="280"/>
            <ac:spMk id="6" creationId="{90A0A75B-A9B7-3B59-9A1D-158766F0157E}"/>
          </ac:spMkLst>
        </pc:spChg>
        <pc:spChg chg="add mod">
          <ac:chgData name="Alex Casson" userId="53cffa54-f866-4b4c-8e51-0383f28edfe1" providerId="ADAL" clId="{644C307C-D2A8-4155-BBE8-3AE618ADF2D1}" dt="2025-04-14T06:05:37.999" v="2158" actId="20577"/>
          <ac:spMkLst>
            <pc:docMk/>
            <pc:sldMk cId="1420435035" sldId="280"/>
            <ac:spMk id="7" creationId="{F8B31F0F-6996-F329-02E7-D101C8902EB1}"/>
          </ac:spMkLst>
        </pc:spChg>
        <pc:spChg chg="add mod">
          <ac:chgData name="Alex Casson" userId="53cffa54-f866-4b4c-8e51-0383f28edfe1" providerId="ADAL" clId="{644C307C-D2A8-4155-BBE8-3AE618ADF2D1}" dt="2025-04-14T06:05:40.418" v="2160" actId="20577"/>
          <ac:spMkLst>
            <pc:docMk/>
            <pc:sldMk cId="1420435035" sldId="280"/>
            <ac:spMk id="8" creationId="{36E72F71-2259-46A1-60AD-AA4CDAEC946D}"/>
          </ac:spMkLst>
        </pc:spChg>
        <pc:spChg chg="add mod">
          <ac:chgData name="Alex Casson" userId="53cffa54-f866-4b4c-8e51-0383f28edfe1" providerId="ADAL" clId="{644C307C-D2A8-4155-BBE8-3AE618ADF2D1}" dt="2025-04-14T06:05:42.567" v="2162" actId="20577"/>
          <ac:spMkLst>
            <pc:docMk/>
            <pc:sldMk cId="1420435035" sldId="280"/>
            <ac:spMk id="9" creationId="{B5929731-C551-B226-51FB-13D00BB00491}"/>
          </ac:spMkLst>
        </pc:spChg>
        <pc:spChg chg="add mod">
          <ac:chgData name="Alex Casson" userId="53cffa54-f866-4b4c-8e51-0383f28edfe1" providerId="ADAL" clId="{644C307C-D2A8-4155-BBE8-3AE618ADF2D1}" dt="2025-04-14T06:00:04.152" v="1912" actId="1076"/>
          <ac:spMkLst>
            <pc:docMk/>
            <pc:sldMk cId="1420435035" sldId="280"/>
            <ac:spMk id="10" creationId="{5AB4BBAA-1C24-6865-188D-1956C409AAD7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11" creationId="{615BFD7B-F81B-D61D-31DD-8B878FBA7B03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12" creationId="{D744135F-3630-6ACE-93C4-6387062CA229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13" creationId="{7C5CA701-E720-6196-EF5A-82CF1B46CA21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14" creationId="{50B9EFB3-1DB3-271E-9429-5892BCFD62C6}"/>
          </ac:spMkLst>
        </pc:spChg>
        <pc:spChg chg="add mod">
          <ac:chgData name="Alex Casson" userId="53cffa54-f866-4b4c-8e51-0383f28edfe1" providerId="ADAL" clId="{644C307C-D2A8-4155-BBE8-3AE618ADF2D1}" dt="2025-04-14T06:00:04.152" v="1912" actId="1076"/>
          <ac:spMkLst>
            <pc:docMk/>
            <pc:sldMk cId="1420435035" sldId="280"/>
            <ac:spMk id="15" creationId="{C0296E26-D7A6-E0EB-01A2-C265A723AB64}"/>
          </ac:spMkLst>
        </pc:spChg>
        <pc:spChg chg="add mod">
          <ac:chgData name="Alex Casson" userId="53cffa54-f866-4b4c-8e51-0383f28edfe1" providerId="ADAL" clId="{644C307C-D2A8-4155-BBE8-3AE618ADF2D1}" dt="2025-04-14T06:04:43.346" v="2110" actId="20577"/>
          <ac:spMkLst>
            <pc:docMk/>
            <pc:sldMk cId="1420435035" sldId="280"/>
            <ac:spMk id="16" creationId="{EA721C7A-E63B-AE5D-24B5-356D5F748AE5}"/>
          </ac:spMkLst>
        </pc:spChg>
        <pc:spChg chg="mod">
          <ac:chgData name="Alex Casson" userId="53cffa54-f866-4b4c-8e51-0383f28edfe1" providerId="ADAL" clId="{644C307C-D2A8-4155-BBE8-3AE618ADF2D1}" dt="2025-04-14T06:04:46.056" v="2114" actId="20577"/>
          <ac:spMkLst>
            <pc:docMk/>
            <pc:sldMk cId="1420435035" sldId="280"/>
            <ac:spMk id="17" creationId="{E68A5487-7DD1-801B-CCB5-8A701CFA2FEC}"/>
          </ac:spMkLst>
        </pc:spChg>
        <pc:spChg chg="mod">
          <ac:chgData name="Alex Casson" userId="53cffa54-f866-4b4c-8e51-0383f28edfe1" providerId="ADAL" clId="{644C307C-D2A8-4155-BBE8-3AE618ADF2D1}" dt="2025-04-14T06:04:48.331" v="2118" actId="20577"/>
          <ac:spMkLst>
            <pc:docMk/>
            <pc:sldMk cId="1420435035" sldId="280"/>
            <ac:spMk id="18" creationId="{0BDCFA3E-5045-3A42-5C90-788FF3873C7D}"/>
          </ac:spMkLst>
        </pc:spChg>
        <pc:spChg chg="add mod">
          <ac:chgData name="Alex Casson" userId="53cffa54-f866-4b4c-8e51-0383f28edfe1" providerId="ADAL" clId="{644C307C-D2A8-4155-BBE8-3AE618ADF2D1}" dt="2025-04-14T06:04:51.270" v="2122" actId="20577"/>
          <ac:spMkLst>
            <pc:docMk/>
            <pc:sldMk cId="1420435035" sldId="280"/>
            <ac:spMk id="19" creationId="{933D8A48-5702-2FCB-1666-DAAF209A4226}"/>
          </ac:spMkLst>
        </pc:spChg>
        <pc:spChg chg="add mod">
          <ac:chgData name="Alex Casson" userId="53cffa54-f866-4b4c-8e51-0383f28edfe1" providerId="ADAL" clId="{644C307C-D2A8-4155-BBE8-3AE618ADF2D1}" dt="2025-04-14T06:04:53.857" v="2126" actId="20577"/>
          <ac:spMkLst>
            <pc:docMk/>
            <pc:sldMk cId="1420435035" sldId="280"/>
            <ac:spMk id="20" creationId="{F4227C64-9768-8EC2-3A3D-F2E31B5357F9}"/>
          </ac:spMkLst>
        </pc:spChg>
        <pc:spChg chg="add mod">
          <ac:chgData name="Alex Casson" userId="53cffa54-f866-4b4c-8e51-0383f28edfe1" providerId="ADAL" clId="{644C307C-D2A8-4155-BBE8-3AE618ADF2D1}" dt="2025-04-14T06:07:52.734" v="2220" actId="1076"/>
          <ac:spMkLst>
            <pc:docMk/>
            <pc:sldMk cId="1420435035" sldId="280"/>
            <ac:spMk id="21" creationId="{E1C2800A-BFEE-7BCF-548D-33D8C73741AE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22" creationId="{3B1F71E1-7324-4731-B385-CB35DBC60F22}"/>
          </ac:spMkLst>
        </pc:spChg>
        <pc:spChg chg="add mod">
          <ac:chgData name="Alex Casson" userId="53cffa54-f866-4b4c-8e51-0383f28edfe1" providerId="ADAL" clId="{644C307C-D2A8-4155-BBE8-3AE618ADF2D1}" dt="2025-04-14T06:00:09.200" v="1914" actId="1076"/>
          <ac:spMkLst>
            <pc:docMk/>
            <pc:sldMk cId="1420435035" sldId="280"/>
            <ac:spMk id="23" creationId="{07351C4C-6A14-2D92-073D-6948893DF84A}"/>
          </ac:spMkLst>
        </pc:spChg>
        <pc:spChg chg="add mod">
          <ac:chgData name="Alex Casson" userId="53cffa54-f866-4b4c-8e51-0383f28edfe1" providerId="ADAL" clId="{644C307C-D2A8-4155-BBE8-3AE618ADF2D1}" dt="2025-04-14T06:00:09.200" v="1914" actId="1076"/>
          <ac:spMkLst>
            <pc:docMk/>
            <pc:sldMk cId="1420435035" sldId="280"/>
            <ac:spMk id="24" creationId="{857ED4E5-26EE-9D2D-862E-C05353C9A04E}"/>
          </ac:spMkLst>
        </pc:spChg>
        <pc:spChg chg="add mod">
          <ac:chgData name="Alex Casson" userId="53cffa54-f866-4b4c-8e51-0383f28edfe1" providerId="ADAL" clId="{644C307C-D2A8-4155-BBE8-3AE618ADF2D1}" dt="2025-04-14T06:00:09.200" v="1914" actId="1076"/>
          <ac:spMkLst>
            <pc:docMk/>
            <pc:sldMk cId="1420435035" sldId="280"/>
            <ac:spMk id="25" creationId="{EFC1399B-1A91-3B32-C011-6536BD7359D0}"/>
          </ac:spMkLst>
        </pc:spChg>
        <pc:spChg chg="add mod">
          <ac:chgData name="Alex Casson" userId="53cffa54-f866-4b4c-8e51-0383f28edfe1" providerId="ADAL" clId="{644C307C-D2A8-4155-BBE8-3AE618ADF2D1}" dt="2025-04-14T06:00:09.200" v="1914" actId="1076"/>
          <ac:spMkLst>
            <pc:docMk/>
            <pc:sldMk cId="1420435035" sldId="280"/>
            <ac:spMk id="26" creationId="{422EBD94-3954-1C40-690F-C3EF0D8C7236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27" creationId="{5EA9A1E7-1FE7-583A-DAEB-7898EF47382B}"/>
          </ac:spMkLst>
        </pc:spChg>
        <pc:spChg chg="add mod">
          <ac:chgData name="Alex Casson" userId="53cffa54-f866-4b4c-8e51-0383f28edfe1" providerId="ADAL" clId="{644C307C-D2A8-4155-BBE8-3AE618ADF2D1}" dt="2025-04-14T06:06:21.566" v="2187" actId="20577"/>
          <ac:spMkLst>
            <pc:docMk/>
            <pc:sldMk cId="1420435035" sldId="280"/>
            <ac:spMk id="28" creationId="{3DD5CC2B-A400-67C2-D507-64B56372AC0F}"/>
          </ac:spMkLst>
        </pc:spChg>
        <pc:spChg chg="add mod">
          <ac:chgData name="Alex Casson" userId="53cffa54-f866-4b4c-8e51-0383f28edfe1" providerId="ADAL" clId="{644C307C-D2A8-4155-BBE8-3AE618ADF2D1}" dt="2025-04-14T06:06:24.814" v="2189" actId="20577"/>
          <ac:spMkLst>
            <pc:docMk/>
            <pc:sldMk cId="1420435035" sldId="280"/>
            <ac:spMk id="29" creationId="{2D73015C-B4B9-8C52-7DAA-10A8D7E2BA2E}"/>
          </ac:spMkLst>
        </pc:spChg>
        <pc:spChg chg="add mod">
          <ac:chgData name="Alex Casson" userId="53cffa54-f866-4b4c-8e51-0383f28edfe1" providerId="ADAL" clId="{644C307C-D2A8-4155-BBE8-3AE618ADF2D1}" dt="2025-04-14T06:06:27.100" v="2191" actId="20577"/>
          <ac:spMkLst>
            <pc:docMk/>
            <pc:sldMk cId="1420435035" sldId="280"/>
            <ac:spMk id="30" creationId="{C3E0086F-50A8-418E-8123-0ECA974963A5}"/>
          </ac:spMkLst>
        </pc:spChg>
        <pc:spChg chg="add mod">
          <ac:chgData name="Alex Casson" userId="53cffa54-f866-4b4c-8e51-0383f28edfe1" providerId="ADAL" clId="{644C307C-D2A8-4155-BBE8-3AE618ADF2D1}" dt="2025-04-14T06:06:29.391" v="2193" actId="20577"/>
          <ac:spMkLst>
            <pc:docMk/>
            <pc:sldMk cId="1420435035" sldId="280"/>
            <ac:spMk id="31" creationId="{99FA3946-208D-AEC3-3D31-CB2A7521DC5B}"/>
          </ac:spMkLst>
        </pc:spChg>
        <pc:spChg chg="add mod">
          <ac:chgData name="Alex Casson" userId="53cffa54-f866-4b4c-8e51-0383f28edfe1" providerId="ADAL" clId="{644C307C-D2A8-4155-BBE8-3AE618ADF2D1}" dt="2025-04-14T06:06:31.833" v="2195" actId="20577"/>
          <ac:spMkLst>
            <pc:docMk/>
            <pc:sldMk cId="1420435035" sldId="280"/>
            <ac:spMk id="32" creationId="{3B0D16EC-A560-94DD-A070-352125BED905}"/>
          </ac:spMkLst>
        </pc:spChg>
        <pc:spChg chg="mod">
          <ac:chgData name="Alex Casson" userId="53cffa54-f866-4b4c-8e51-0383f28edfe1" providerId="ADAL" clId="{644C307C-D2A8-4155-BBE8-3AE618ADF2D1}" dt="2025-04-14T06:06:34.482" v="2197" actId="20577"/>
          <ac:spMkLst>
            <pc:docMk/>
            <pc:sldMk cId="1420435035" sldId="280"/>
            <ac:spMk id="33" creationId="{AD19B8AA-1DD7-50CE-775B-2739B0B87EAB}"/>
          </ac:spMkLst>
        </pc:spChg>
        <pc:spChg chg="add mod">
          <ac:chgData name="Alex Casson" userId="53cffa54-f866-4b4c-8e51-0383f28edfe1" providerId="ADAL" clId="{644C307C-D2A8-4155-BBE8-3AE618ADF2D1}" dt="2025-04-14T06:00:14.827" v="1916" actId="1076"/>
          <ac:spMkLst>
            <pc:docMk/>
            <pc:sldMk cId="1420435035" sldId="280"/>
            <ac:spMk id="34" creationId="{C0BFBC27-7037-7C75-4EF0-75F9A6D7A14D}"/>
          </ac:spMkLst>
        </pc:spChg>
        <pc:spChg chg="del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35" creationId="{3196E8E4-5BB9-CC08-0BBB-4FDE4420BCB4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36" creationId="{FA63D4D9-F384-2E3C-C28B-C40E9DCC39EF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37" creationId="{2638394D-3B48-0984-805B-BD679A4AC135}"/>
          </ac:spMkLst>
        </pc:spChg>
        <pc:spChg chg="add del mod">
          <ac:chgData name="Alex Casson" userId="53cffa54-f866-4b4c-8e51-0383f28edfe1" providerId="ADAL" clId="{644C307C-D2A8-4155-BBE8-3AE618ADF2D1}" dt="2025-04-14T06:02:18.543" v="2019" actId="478"/>
          <ac:spMkLst>
            <pc:docMk/>
            <pc:sldMk cId="1420435035" sldId="280"/>
            <ac:spMk id="38" creationId="{7B07B07B-D2AE-9E71-73C0-571B146D759F}"/>
          </ac:spMkLst>
        </pc:spChg>
        <pc:spChg chg="add mod">
          <ac:chgData name="Alex Casson" userId="53cffa54-f866-4b4c-8e51-0383f28edfe1" providerId="ADAL" clId="{644C307C-D2A8-4155-BBE8-3AE618ADF2D1}" dt="2025-04-14T06:00:14.827" v="1916" actId="1076"/>
          <ac:spMkLst>
            <pc:docMk/>
            <pc:sldMk cId="1420435035" sldId="280"/>
            <ac:spMk id="39" creationId="{8E89896D-C4FC-321B-43F2-5D3DEDEABD79}"/>
          </ac:spMkLst>
        </pc:spChg>
        <pc:spChg chg="add mod">
          <ac:chgData name="Alex Casson" userId="53cffa54-f866-4b4c-8e51-0383f28edfe1" providerId="ADAL" clId="{644C307C-D2A8-4155-BBE8-3AE618ADF2D1}" dt="2025-04-14T06:08:49.004" v="2248" actId="1076"/>
          <ac:spMkLst>
            <pc:docMk/>
            <pc:sldMk cId="1420435035" sldId="280"/>
            <ac:spMk id="40" creationId="{7D6B870B-FA58-1170-73B8-FC30235C1C7B}"/>
          </ac:spMkLst>
        </pc:spChg>
        <pc:spChg chg="add mod">
          <ac:chgData name="Alex Casson" userId="53cffa54-f866-4b4c-8e51-0383f28edfe1" providerId="ADAL" clId="{644C307C-D2A8-4155-BBE8-3AE618ADF2D1}" dt="2025-04-14T06:08:49.004" v="2248" actId="1076"/>
          <ac:spMkLst>
            <pc:docMk/>
            <pc:sldMk cId="1420435035" sldId="280"/>
            <ac:spMk id="41" creationId="{B1635BA3-DEF5-4034-0461-36F8E89C9265}"/>
          </ac:spMkLst>
        </pc:spChg>
        <pc:spChg chg="mod">
          <ac:chgData name="Alex Casson" userId="53cffa54-f866-4b4c-8e51-0383f28edfe1" providerId="ADAL" clId="{644C307C-D2A8-4155-BBE8-3AE618ADF2D1}" dt="2025-04-14T06:05:44.774" v="2164" actId="20577"/>
          <ac:spMkLst>
            <pc:docMk/>
            <pc:sldMk cId="1420435035" sldId="280"/>
            <ac:spMk id="42" creationId="{73A02D7E-8DB7-FA5E-3B5A-CB9161905F8D}"/>
          </ac:spMkLst>
        </pc:spChg>
        <pc:spChg chg="add mod">
          <ac:chgData name="Alex Casson" userId="53cffa54-f866-4b4c-8e51-0383f28edfe1" providerId="ADAL" clId="{644C307C-D2A8-4155-BBE8-3AE618ADF2D1}" dt="2025-04-14T06:05:47.474" v="2166" actId="20577"/>
          <ac:spMkLst>
            <pc:docMk/>
            <pc:sldMk cId="1420435035" sldId="280"/>
            <ac:spMk id="43" creationId="{A528AFB4-9C91-9973-6CBC-778005B8E8E9}"/>
          </ac:spMkLst>
        </pc:spChg>
        <pc:spChg chg="mod">
          <ac:chgData name="Alex Casson" userId="53cffa54-f866-4b4c-8e51-0383f28edfe1" providerId="ADAL" clId="{644C307C-D2A8-4155-BBE8-3AE618ADF2D1}" dt="2025-04-14T06:05:49.703" v="2168" actId="20577"/>
          <ac:spMkLst>
            <pc:docMk/>
            <pc:sldMk cId="1420435035" sldId="280"/>
            <ac:spMk id="44" creationId="{BC2DB5FD-7E32-877C-4E4D-BF8EFEBD14BD}"/>
          </ac:spMkLst>
        </pc:spChg>
        <pc:spChg chg="add mod">
          <ac:chgData name="Alex Casson" userId="53cffa54-f866-4b4c-8e51-0383f28edfe1" providerId="ADAL" clId="{644C307C-D2A8-4155-BBE8-3AE618ADF2D1}" dt="2025-04-14T06:05:53.987" v="2171" actId="20577"/>
          <ac:spMkLst>
            <pc:docMk/>
            <pc:sldMk cId="1420435035" sldId="280"/>
            <ac:spMk id="45" creationId="{811DA02E-F327-6859-B221-A6E3D2BBB37F}"/>
          </ac:spMkLst>
        </pc:spChg>
        <pc:spChg chg="add mod">
          <ac:chgData name="Alex Casson" userId="53cffa54-f866-4b4c-8e51-0383f28edfe1" providerId="ADAL" clId="{644C307C-D2A8-4155-BBE8-3AE618ADF2D1}" dt="2025-04-14T06:05:58.613" v="2173" actId="20577"/>
          <ac:spMkLst>
            <pc:docMk/>
            <pc:sldMk cId="1420435035" sldId="280"/>
            <ac:spMk id="46" creationId="{A394A36B-21CA-7285-FF10-18B56AF882F4}"/>
          </ac:spMkLst>
        </pc:spChg>
        <pc:spChg chg="mod">
          <ac:chgData name="Alex Casson" userId="53cffa54-f866-4b4c-8e51-0383f28edfe1" providerId="ADAL" clId="{644C307C-D2A8-4155-BBE8-3AE618ADF2D1}" dt="2025-04-14T06:06:00.803" v="2175" actId="20577"/>
          <ac:spMkLst>
            <pc:docMk/>
            <pc:sldMk cId="1420435035" sldId="280"/>
            <ac:spMk id="47" creationId="{8D7B0F98-492D-B094-81A6-FE5468261A94}"/>
          </ac:spMkLst>
        </pc:spChg>
        <pc:spChg chg="add mod">
          <ac:chgData name="Alex Casson" userId="53cffa54-f866-4b4c-8e51-0383f28edfe1" providerId="ADAL" clId="{644C307C-D2A8-4155-BBE8-3AE618ADF2D1}" dt="2025-04-14T06:05:02.101" v="2134" actId="20577"/>
          <ac:spMkLst>
            <pc:docMk/>
            <pc:sldMk cId="1420435035" sldId="280"/>
            <ac:spMk id="48" creationId="{9E8A021C-EF39-1BF2-73E4-9101FD7682F0}"/>
          </ac:spMkLst>
        </pc:spChg>
        <pc:spChg chg="add mod">
          <ac:chgData name="Alex Casson" userId="53cffa54-f866-4b4c-8e51-0383f28edfe1" providerId="ADAL" clId="{644C307C-D2A8-4155-BBE8-3AE618ADF2D1}" dt="2025-04-14T06:05:05.535" v="2138" actId="20577"/>
          <ac:spMkLst>
            <pc:docMk/>
            <pc:sldMk cId="1420435035" sldId="280"/>
            <ac:spMk id="49" creationId="{58093762-B9FE-F989-B833-B1EFFC2BF6CC}"/>
          </ac:spMkLst>
        </pc:spChg>
        <pc:spChg chg="mod">
          <ac:chgData name="Alex Casson" userId="53cffa54-f866-4b4c-8e51-0383f28edfe1" providerId="ADAL" clId="{644C307C-D2A8-4155-BBE8-3AE618ADF2D1}" dt="2025-04-14T06:05:10.680" v="2142" actId="20577"/>
          <ac:spMkLst>
            <pc:docMk/>
            <pc:sldMk cId="1420435035" sldId="280"/>
            <ac:spMk id="50" creationId="{71E10FAE-2F96-4121-5A66-A53BF575C032}"/>
          </ac:spMkLst>
        </pc:spChg>
        <pc:spChg chg="add mod">
          <ac:chgData name="Alex Casson" userId="53cffa54-f866-4b4c-8e51-0383f28edfe1" providerId="ADAL" clId="{644C307C-D2A8-4155-BBE8-3AE618ADF2D1}" dt="2025-04-14T06:05:13.291" v="2146" actId="20577"/>
          <ac:spMkLst>
            <pc:docMk/>
            <pc:sldMk cId="1420435035" sldId="280"/>
            <ac:spMk id="51" creationId="{FEC2F752-EAAC-8820-F8D8-1A5BCFE5FE0D}"/>
          </ac:spMkLst>
        </pc:spChg>
        <pc:spChg chg="mod">
          <ac:chgData name="Alex Casson" userId="53cffa54-f866-4b4c-8e51-0383f28edfe1" providerId="ADAL" clId="{644C307C-D2A8-4155-BBE8-3AE618ADF2D1}" dt="2025-04-14T06:06:11.477" v="2180" actId="20577"/>
          <ac:spMkLst>
            <pc:docMk/>
            <pc:sldMk cId="1420435035" sldId="280"/>
            <ac:spMk id="52" creationId="{6CC78927-E3F2-6E07-2F0A-FB1DEACFA404}"/>
          </ac:spMkLst>
        </pc:spChg>
        <pc:spChg chg="mod">
          <ac:chgData name="Alex Casson" userId="53cffa54-f866-4b4c-8e51-0383f28edfe1" providerId="ADAL" clId="{644C307C-D2A8-4155-BBE8-3AE618ADF2D1}" dt="2025-04-14T06:06:16.287" v="2185" actId="20577"/>
          <ac:spMkLst>
            <pc:docMk/>
            <pc:sldMk cId="1420435035" sldId="280"/>
            <ac:spMk id="53" creationId="{E37F4379-B8D2-3F10-0866-F436ACE742E3}"/>
          </ac:spMkLst>
        </pc:spChg>
        <pc:spChg chg="add mod">
          <ac:chgData name="Alex Casson" userId="53cffa54-f866-4b4c-8e51-0383f28edfe1" providerId="ADAL" clId="{644C307C-D2A8-4155-BBE8-3AE618ADF2D1}" dt="2025-04-14T06:06:37.294" v="2199" actId="20577"/>
          <ac:spMkLst>
            <pc:docMk/>
            <pc:sldMk cId="1420435035" sldId="280"/>
            <ac:spMk id="54" creationId="{3B363EBD-D43A-40CB-0F45-FDEEC71668C4}"/>
          </ac:spMkLst>
        </pc:spChg>
        <pc:spChg chg="mod">
          <ac:chgData name="Alex Casson" userId="53cffa54-f866-4b4c-8e51-0383f28edfe1" providerId="ADAL" clId="{644C307C-D2A8-4155-BBE8-3AE618ADF2D1}" dt="2025-04-14T06:06:39.949" v="2201" actId="20577"/>
          <ac:spMkLst>
            <pc:docMk/>
            <pc:sldMk cId="1420435035" sldId="280"/>
            <ac:spMk id="55" creationId="{69B363A1-0BFB-CA5C-0493-B157F8F4FA42}"/>
          </ac:spMkLst>
        </pc:spChg>
        <pc:spChg chg="add mod">
          <ac:chgData name="Alex Casson" userId="53cffa54-f866-4b4c-8e51-0383f28edfe1" providerId="ADAL" clId="{644C307C-D2A8-4155-BBE8-3AE618ADF2D1}" dt="2025-04-14T06:06:42.498" v="2203" actId="20577"/>
          <ac:spMkLst>
            <pc:docMk/>
            <pc:sldMk cId="1420435035" sldId="280"/>
            <ac:spMk id="56" creationId="{5D658A68-71A2-BE22-EC7E-39B265D05A31}"/>
          </ac:spMkLst>
        </pc:spChg>
        <pc:spChg chg="mod">
          <ac:chgData name="Alex Casson" userId="53cffa54-f866-4b4c-8e51-0383f28edfe1" providerId="ADAL" clId="{644C307C-D2A8-4155-BBE8-3AE618ADF2D1}" dt="2025-04-14T06:06:44.711" v="2205" actId="20577"/>
          <ac:spMkLst>
            <pc:docMk/>
            <pc:sldMk cId="1420435035" sldId="280"/>
            <ac:spMk id="57" creationId="{D652B365-40CA-E920-599E-FD058C84B675}"/>
          </ac:spMkLst>
        </pc:spChg>
        <pc:spChg chg="add mod">
          <ac:chgData name="Alex Casson" userId="53cffa54-f866-4b4c-8e51-0383f28edfe1" providerId="ADAL" clId="{644C307C-D2A8-4155-BBE8-3AE618ADF2D1}" dt="2025-04-14T06:06:47.803" v="2208" actId="20577"/>
          <ac:spMkLst>
            <pc:docMk/>
            <pc:sldMk cId="1420435035" sldId="280"/>
            <ac:spMk id="58" creationId="{B52B2642-1295-0B63-706D-5A741AC3D28F}"/>
          </ac:spMkLst>
        </pc:spChg>
        <pc:spChg chg="add mod">
          <ac:chgData name="Alex Casson" userId="53cffa54-f866-4b4c-8e51-0383f28edfe1" providerId="ADAL" clId="{644C307C-D2A8-4155-BBE8-3AE618ADF2D1}" dt="2025-04-14T06:06:51.006" v="2211" actId="20577"/>
          <ac:spMkLst>
            <pc:docMk/>
            <pc:sldMk cId="1420435035" sldId="280"/>
            <ac:spMk id="59" creationId="{081EDCD1-585E-4437-EDD6-24281C69ADEC}"/>
          </ac:spMkLst>
        </pc:spChg>
        <pc:spChg chg="add mod">
          <ac:chgData name="Alex Casson" userId="53cffa54-f866-4b4c-8e51-0383f28edfe1" providerId="ADAL" clId="{644C307C-D2A8-4155-BBE8-3AE618ADF2D1}" dt="2025-04-14T06:07:18.669" v="2217" actId="14100"/>
          <ac:spMkLst>
            <pc:docMk/>
            <pc:sldMk cId="1420435035" sldId="280"/>
            <ac:spMk id="60" creationId="{E336F5C1-E7B1-FCA0-92DB-327FFCA1B84D}"/>
          </ac:spMkLst>
        </pc:spChg>
        <pc:spChg chg="add mod">
          <ac:chgData name="Alex Casson" userId="53cffa54-f866-4b4c-8e51-0383f28edfe1" providerId="ADAL" clId="{644C307C-D2A8-4155-BBE8-3AE618ADF2D1}" dt="2025-04-14T06:08:52.111" v="2249" actId="113"/>
          <ac:spMkLst>
            <pc:docMk/>
            <pc:sldMk cId="1420435035" sldId="280"/>
            <ac:spMk id="63" creationId="{CE9CEA23-F3FD-6A87-5B1E-DB077D5F6268}"/>
          </ac:spMkLst>
        </pc:spChg>
        <pc:spChg chg="add mod">
          <ac:chgData name="Alex Casson" userId="53cffa54-f866-4b4c-8e51-0383f28edfe1" providerId="ADAL" clId="{644C307C-D2A8-4155-BBE8-3AE618ADF2D1}" dt="2025-04-14T06:09:13.526" v="2251" actId="1076"/>
          <ac:spMkLst>
            <pc:docMk/>
            <pc:sldMk cId="1420435035" sldId="280"/>
            <ac:spMk id="64" creationId="{4F545E33-1FDB-F9D8-3897-859E4E53A9BE}"/>
          </ac:spMkLst>
        </pc:spChg>
        <pc:spChg chg="add mod">
          <ac:chgData name="Alex Casson" userId="53cffa54-f866-4b4c-8e51-0383f28edfe1" providerId="ADAL" clId="{644C307C-D2A8-4155-BBE8-3AE618ADF2D1}" dt="2025-04-14T06:09:17.064" v="2253" actId="20577"/>
          <ac:spMkLst>
            <pc:docMk/>
            <pc:sldMk cId="1420435035" sldId="280"/>
            <ac:spMk id="65" creationId="{F6C800CC-0698-A541-479A-159EBFBDEDEA}"/>
          </ac:spMkLst>
        </pc:spChg>
        <pc:spChg chg="add mod">
          <ac:chgData name="Alex Casson" userId="53cffa54-f866-4b4c-8e51-0383f28edfe1" providerId="ADAL" clId="{644C307C-D2A8-4155-BBE8-3AE618ADF2D1}" dt="2025-04-14T06:10:50.412" v="2329" actId="20577"/>
          <ac:spMkLst>
            <pc:docMk/>
            <pc:sldMk cId="1420435035" sldId="280"/>
            <ac:spMk id="71" creationId="{7C27757F-14D1-35CB-7EA7-5BA861371F7C}"/>
          </ac:spMkLst>
        </pc:spChg>
        <pc:picChg chg="add mod">
          <ac:chgData name="Alex Casson" userId="53cffa54-f866-4b4c-8e51-0383f28edfe1" providerId="ADAL" clId="{644C307C-D2A8-4155-BBE8-3AE618ADF2D1}" dt="2025-04-14T06:08:01.372" v="2221" actId="1076"/>
          <ac:picMkLst>
            <pc:docMk/>
            <pc:sldMk cId="1420435035" sldId="280"/>
            <ac:picMk id="62" creationId="{82985532-61BA-1972-C2B5-27B2957BDE25}"/>
          </ac:picMkLst>
        </pc:picChg>
        <pc:picChg chg="add mod">
          <ac:chgData name="Alex Casson" userId="53cffa54-f866-4b4c-8e51-0383f28edfe1" providerId="ADAL" clId="{644C307C-D2A8-4155-BBE8-3AE618ADF2D1}" dt="2025-04-14T06:09:33.388" v="2257" actId="1076"/>
          <ac:picMkLst>
            <pc:docMk/>
            <pc:sldMk cId="1420435035" sldId="280"/>
            <ac:picMk id="66" creationId="{FF73E8A0-73FC-E116-6A1D-C7437878D31A}"/>
          </ac:picMkLst>
        </pc:picChg>
        <pc:cxnChg chg="add mod">
          <ac:chgData name="Alex Casson" userId="53cffa54-f866-4b4c-8e51-0383f28edfe1" providerId="ADAL" clId="{644C307C-D2A8-4155-BBE8-3AE618ADF2D1}" dt="2025-04-14T06:09:55.770" v="2260" actId="14100"/>
          <ac:cxnSpMkLst>
            <pc:docMk/>
            <pc:sldMk cId="1420435035" sldId="280"/>
            <ac:cxnSpMk id="68" creationId="{DF00080A-1960-5FAB-9AE3-1C412CD66687}"/>
          </ac:cxnSpMkLst>
        </pc:cxnChg>
      </pc:sldChg>
    </pc:docChg>
  </pc:docChgLst>
  <pc:docChgLst>
    <pc:chgData name="Alex Casson" userId="53cffa54-f866-4b4c-8e51-0383f28edfe1" providerId="ADAL" clId="{0B57B4AF-69DC-4C37-BA38-F8B1CEF1A832}"/>
    <pc:docChg chg="undo custSel addSld modSld sldOrd">
      <pc:chgData name="Alex Casson" userId="53cffa54-f866-4b4c-8e51-0383f28edfe1" providerId="ADAL" clId="{0B57B4AF-69DC-4C37-BA38-F8B1CEF1A832}" dt="2025-03-16T07:46:23.184" v="120" actId="207"/>
      <pc:docMkLst>
        <pc:docMk/>
      </pc:docMkLst>
      <pc:sldChg chg="addSp delSp modSp mod">
        <pc:chgData name="Alex Casson" userId="53cffa54-f866-4b4c-8e51-0383f28edfe1" providerId="ADAL" clId="{0B57B4AF-69DC-4C37-BA38-F8B1CEF1A832}" dt="2025-03-15T06:49:24.964" v="27" actId="20577"/>
        <pc:sldMkLst>
          <pc:docMk/>
          <pc:sldMk cId="1454665984" sldId="256"/>
        </pc:sldMkLst>
        <pc:spChg chg="mod">
          <ac:chgData name="Alex Casson" userId="53cffa54-f866-4b4c-8e51-0383f28edfe1" providerId="ADAL" clId="{0B57B4AF-69DC-4C37-BA38-F8B1CEF1A832}" dt="2025-03-15T06:48:12.808" v="0" actId="1076"/>
          <ac:spMkLst>
            <pc:docMk/>
            <pc:sldMk cId="1454665984" sldId="256"/>
            <ac:spMk id="7" creationId="{9DB16844-604D-6C28-CB2B-9AF5D7C0B556}"/>
          </ac:spMkLst>
        </pc:spChg>
        <pc:spChg chg="mod">
          <ac:chgData name="Alex Casson" userId="53cffa54-f866-4b4c-8e51-0383f28edfe1" providerId="ADAL" clId="{0B57B4AF-69DC-4C37-BA38-F8B1CEF1A832}" dt="2025-03-15T06:48:50.455" v="9" actId="1076"/>
          <ac:spMkLst>
            <pc:docMk/>
            <pc:sldMk cId="1454665984" sldId="256"/>
            <ac:spMk id="8" creationId="{4BE4A370-0792-98A2-0F48-9EBF58268758}"/>
          </ac:spMkLst>
        </pc:spChg>
        <pc:spChg chg="mod">
          <ac:chgData name="Alex Casson" userId="53cffa54-f866-4b4c-8e51-0383f28edfe1" providerId="ADAL" clId="{0B57B4AF-69DC-4C37-BA38-F8B1CEF1A832}" dt="2025-03-15T06:49:00.534" v="10" actId="1076"/>
          <ac:spMkLst>
            <pc:docMk/>
            <pc:sldMk cId="1454665984" sldId="256"/>
            <ac:spMk id="9" creationId="{7A2ADC5C-2DE0-7B60-9700-99B11158B796}"/>
          </ac:spMkLst>
        </pc:spChg>
        <pc:spChg chg="add mod">
          <ac:chgData name="Alex Casson" userId="53cffa54-f866-4b4c-8e51-0383f28edfe1" providerId="ADAL" clId="{0B57B4AF-69DC-4C37-BA38-F8B1CEF1A832}" dt="2025-03-15T06:49:24.964" v="27" actId="20577"/>
          <ac:spMkLst>
            <pc:docMk/>
            <pc:sldMk cId="1454665984" sldId="256"/>
            <ac:spMk id="19" creationId="{10A44967-FD71-59DC-ABFF-BABEEAF1F991}"/>
          </ac:spMkLst>
        </pc:spChg>
        <pc:picChg chg="mod">
          <ac:chgData name="Alex Casson" userId="53cffa54-f866-4b4c-8e51-0383f28edfe1" providerId="ADAL" clId="{0B57B4AF-69DC-4C37-BA38-F8B1CEF1A832}" dt="2025-03-15T06:49:08.549" v="13" actId="1076"/>
          <ac:picMkLst>
            <pc:docMk/>
            <pc:sldMk cId="1454665984" sldId="256"/>
            <ac:picMk id="5" creationId="{03013636-E1A4-DBFF-5880-EF6223159507}"/>
          </ac:picMkLst>
        </pc:picChg>
        <pc:cxnChg chg="mod">
          <ac:chgData name="Alex Casson" userId="53cffa54-f866-4b4c-8e51-0383f28edfe1" providerId="ADAL" clId="{0B57B4AF-69DC-4C37-BA38-F8B1CEF1A832}" dt="2025-03-15T06:49:00.534" v="10" actId="1076"/>
          <ac:cxnSpMkLst>
            <pc:docMk/>
            <pc:sldMk cId="1454665984" sldId="256"/>
            <ac:cxnSpMk id="15" creationId="{71526DA2-8FE8-65F6-BCBA-E6AD14A37E36}"/>
          </ac:cxnSpMkLst>
        </pc:cxnChg>
        <pc:cxnChg chg="add mod">
          <ac:chgData name="Alex Casson" userId="53cffa54-f866-4b4c-8e51-0383f28edfe1" providerId="ADAL" clId="{0B57B4AF-69DC-4C37-BA38-F8B1CEF1A832}" dt="2025-03-15T06:48:36.630" v="7" actId="14100"/>
          <ac:cxnSpMkLst>
            <pc:docMk/>
            <pc:sldMk cId="1454665984" sldId="256"/>
            <ac:cxnSpMk id="16" creationId="{1225E115-FBAF-F860-5564-00217A17AD1C}"/>
          </ac:cxnSpMkLst>
        </pc:cxnChg>
      </pc:sldChg>
      <pc:sldChg chg="addSp delSp new mod ord">
        <pc:chgData name="Alex Casson" userId="53cffa54-f866-4b4c-8e51-0383f28edfe1" providerId="ADAL" clId="{0B57B4AF-69DC-4C37-BA38-F8B1CEF1A832}" dt="2025-03-15T06:59:18.545" v="33"/>
        <pc:sldMkLst>
          <pc:docMk/>
          <pc:sldMk cId="1266219779" sldId="258"/>
        </pc:sldMkLst>
        <pc:picChg chg="add">
          <ac:chgData name="Alex Casson" userId="53cffa54-f866-4b4c-8e51-0383f28edfe1" providerId="ADAL" clId="{0B57B4AF-69DC-4C37-BA38-F8B1CEF1A832}" dt="2025-03-15T06:59:18.545" v="33"/>
          <ac:picMkLst>
            <pc:docMk/>
            <pc:sldMk cId="1266219779" sldId="258"/>
            <ac:picMk id="1026" creationId="{9D99907F-089D-19F3-2E1A-B99A3CB23F42}"/>
          </ac:picMkLst>
        </pc:picChg>
      </pc:sldChg>
      <pc:sldChg chg="addSp delSp modSp new mod">
        <pc:chgData name="Alex Casson" userId="53cffa54-f866-4b4c-8e51-0383f28edfe1" providerId="ADAL" clId="{0B57B4AF-69DC-4C37-BA38-F8B1CEF1A832}" dt="2025-03-15T08:10:18.123" v="41" actId="732"/>
        <pc:sldMkLst>
          <pc:docMk/>
          <pc:sldMk cId="3175184573" sldId="259"/>
        </pc:sldMkLst>
        <pc:picChg chg="add mod modCrop">
          <ac:chgData name="Alex Casson" userId="53cffa54-f866-4b4c-8e51-0383f28edfe1" providerId="ADAL" clId="{0B57B4AF-69DC-4C37-BA38-F8B1CEF1A832}" dt="2025-03-15T08:10:18.123" v="41" actId="732"/>
          <ac:picMkLst>
            <pc:docMk/>
            <pc:sldMk cId="3175184573" sldId="259"/>
            <ac:picMk id="5" creationId="{E32E710F-5EF8-E609-2050-A85B98090A0A}"/>
          </ac:picMkLst>
        </pc:picChg>
      </pc:sldChg>
      <pc:sldChg chg="addSp delSp new mod">
        <pc:chgData name="Alex Casson" userId="53cffa54-f866-4b4c-8e51-0383f28edfe1" providerId="ADAL" clId="{0B57B4AF-69DC-4C37-BA38-F8B1CEF1A832}" dt="2025-03-15T13:00:21.856" v="47" actId="22"/>
        <pc:sldMkLst>
          <pc:docMk/>
          <pc:sldMk cId="3460017863" sldId="260"/>
        </pc:sldMkLst>
        <pc:picChg chg="add">
          <ac:chgData name="Alex Casson" userId="53cffa54-f866-4b4c-8e51-0383f28edfe1" providerId="ADAL" clId="{0B57B4AF-69DC-4C37-BA38-F8B1CEF1A832}" dt="2025-03-15T13:00:21.856" v="47" actId="22"/>
          <ac:picMkLst>
            <pc:docMk/>
            <pc:sldMk cId="3460017863" sldId="260"/>
            <ac:picMk id="7" creationId="{7A5CEDE9-A92D-582E-2764-9F2DE138F596}"/>
          </ac:picMkLst>
        </pc:picChg>
      </pc:sldChg>
      <pc:sldChg chg="addSp delSp modSp new mod ord">
        <pc:chgData name="Alex Casson" userId="53cffa54-f866-4b4c-8e51-0383f28edfe1" providerId="ADAL" clId="{0B57B4AF-69DC-4C37-BA38-F8B1CEF1A832}" dt="2025-03-16T07:00:24.404" v="101" actId="14100"/>
        <pc:sldMkLst>
          <pc:docMk/>
          <pc:sldMk cId="2212705724" sldId="261"/>
        </pc:sldMkLst>
        <pc:spChg chg="add mod">
          <ac:chgData name="Alex Casson" userId="53cffa54-f866-4b4c-8e51-0383f28edfe1" providerId="ADAL" clId="{0B57B4AF-69DC-4C37-BA38-F8B1CEF1A832}" dt="2025-03-16T06:58:48.921" v="60" actId="20577"/>
          <ac:spMkLst>
            <pc:docMk/>
            <pc:sldMk cId="2212705724" sldId="261"/>
            <ac:spMk id="5" creationId="{D296CE3A-E930-C70F-3C49-21309222355B}"/>
          </ac:spMkLst>
        </pc:spChg>
        <pc:spChg chg="add mod">
          <ac:chgData name="Alex Casson" userId="53cffa54-f866-4b4c-8e51-0383f28edfe1" providerId="ADAL" clId="{0B57B4AF-69DC-4C37-BA38-F8B1CEF1A832}" dt="2025-03-16T06:59:00.901" v="69" actId="20577"/>
          <ac:spMkLst>
            <pc:docMk/>
            <pc:sldMk cId="2212705724" sldId="261"/>
            <ac:spMk id="6" creationId="{6430B349-BB78-246E-DA96-8268F8F8672D}"/>
          </ac:spMkLst>
        </pc:spChg>
        <pc:spChg chg="add mod">
          <ac:chgData name="Alex Casson" userId="53cffa54-f866-4b4c-8e51-0383f28edfe1" providerId="ADAL" clId="{0B57B4AF-69DC-4C37-BA38-F8B1CEF1A832}" dt="2025-03-16T06:59:28.044" v="78" actId="14100"/>
          <ac:spMkLst>
            <pc:docMk/>
            <pc:sldMk cId="2212705724" sldId="261"/>
            <ac:spMk id="7" creationId="{446FEE2C-9FE5-514B-2AD9-7C08F71FF857}"/>
          </ac:spMkLst>
        </pc:spChg>
        <pc:spChg chg="add mod">
          <ac:chgData name="Alex Casson" userId="53cffa54-f866-4b4c-8e51-0383f28edfe1" providerId="ADAL" clId="{0B57B4AF-69DC-4C37-BA38-F8B1CEF1A832}" dt="2025-03-16T06:59:48.851" v="82" actId="14100"/>
          <ac:spMkLst>
            <pc:docMk/>
            <pc:sldMk cId="2212705724" sldId="261"/>
            <ac:spMk id="9" creationId="{F9450BE5-8F93-ED47-F0AE-791FF844C9CB}"/>
          </ac:spMkLst>
        </pc:spChg>
        <pc:spChg chg="add mod">
          <ac:chgData name="Alex Casson" userId="53cffa54-f866-4b4c-8e51-0383f28edfe1" providerId="ADAL" clId="{0B57B4AF-69DC-4C37-BA38-F8B1CEF1A832}" dt="2025-03-16T07:00:03.555" v="98" actId="20577"/>
          <ac:spMkLst>
            <pc:docMk/>
            <pc:sldMk cId="2212705724" sldId="261"/>
            <ac:spMk id="10" creationId="{95AA0B00-42DF-EBD4-0EAB-48F82D0686CE}"/>
          </ac:spMkLst>
        </pc:spChg>
        <pc:picChg chg="add del mod">
          <ac:chgData name="Alex Casson" userId="53cffa54-f866-4b4c-8e51-0383f28edfe1" providerId="ADAL" clId="{0B57B4AF-69DC-4C37-BA38-F8B1CEF1A832}" dt="2025-03-16T06:59:19.017" v="76" actId="1076"/>
          <ac:picMkLst>
            <pc:docMk/>
            <pc:sldMk cId="2212705724" sldId="261"/>
            <ac:picMk id="4" creationId="{798961C3-6416-A960-6C9C-39B6EBD3F4A7}"/>
          </ac:picMkLst>
        </pc:picChg>
        <pc:cxnChg chg="add mod">
          <ac:chgData name="Alex Casson" userId="53cffa54-f866-4b4c-8e51-0383f28edfe1" providerId="ADAL" clId="{0B57B4AF-69DC-4C37-BA38-F8B1CEF1A832}" dt="2025-03-16T07:00:24.404" v="101" actId="14100"/>
          <ac:cxnSpMkLst>
            <pc:docMk/>
            <pc:sldMk cId="2212705724" sldId="261"/>
            <ac:cxnSpMk id="11" creationId="{4364CB8E-1D49-E205-0F34-E67268B4CD9C}"/>
          </ac:cxnSpMkLst>
        </pc:cxnChg>
      </pc:sldChg>
      <pc:sldChg chg="addSp delSp modSp new mod">
        <pc:chgData name="Alex Casson" userId="53cffa54-f866-4b4c-8e51-0383f28edfe1" providerId="ADAL" clId="{0B57B4AF-69DC-4C37-BA38-F8B1CEF1A832}" dt="2025-03-16T07:46:23.184" v="120" actId="207"/>
        <pc:sldMkLst>
          <pc:docMk/>
          <pc:sldMk cId="1682588151" sldId="262"/>
        </pc:sldMkLst>
        <pc:spChg chg="add mod">
          <ac:chgData name="Alex Casson" userId="53cffa54-f866-4b4c-8e51-0383f28edfe1" providerId="ADAL" clId="{0B57B4AF-69DC-4C37-BA38-F8B1CEF1A832}" dt="2025-03-16T07:45:30.124" v="108" actId="207"/>
          <ac:spMkLst>
            <pc:docMk/>
            <pc:sldMk cId="1682588151" sldId="262"/>
            <ac:spMk id="6" creationId="{8EB86A7B-B5D3-C0AA-C980-36D5E464A3EF}"/>
          </ac:spMkLst>
        </pc:spChg>
        <pc:spChg chg="add mod">
          <ac:chgData name="Alex Casson" userId="53cffa54-f866-4b4c-8e51-0383f28edfe1" providerId="ADAL" clId="{0B57B4AF-69DC-4C37-BA38-F8B1CEF1A832}" dt="2025-03-16T07:45:24.573" v="107" actId="14100"/>
          <ac:spMkLst>
            <pc:docMk/>
            <pc:sldMk cId="1682588151" sldId="262"/>
            <ac:spMk id="7" creationId="{8D0D27EF-6E6F-A0B3-3A88-245EA2B2DCF7}"/>
          </ac:spMkLst>
        </pc:spChg>
        <pc:spChg chg="add mod">
          <ac:chgData name="Alex Casson" userId="53cffa54-f866-4b4c-8e51-0383f28edfe1" providerId="ADAL" clId="{0B57B4AF-69DC-4C37-BA38-F8B1CEF1A832}" dt="2025-03-16T07:45:40.487" v="110" actId="1076"/>
          <ac:spMkLst>
            <pc:docMk/>
            <pc:sldMk cId="1682588151" sldId="262"/>
            <ac:spMk id="8" creationId="{5EFC0514-9ACD-F195-538D-F48DB5CDB1D6}"/>
          </ac:spMkLst>
        </pc:spChg>
        <pc:spChg chg="add mod">
          <ac:chgData name="Alex Casson" userId="53cffa54-f866-4b4c-8e51-0383f28edfe1" providerId="ADAL" clId="{0B57B4AF-69DC-4C37-BA38-F8B1CEF1A832}" dt="2025-03-16T07:46:00.021" v="112" actId="1076"/>
          <ac:spMkLst>
            <pc:docMk/>
            <pc:sldMk cId="1682588151" sldId="262"/>
            <ac:spMk id="9" creationId="{6AFCDAA8-6CC7-459F-2320-06A2273275EF}"/>
          </ac:spMkLst>
        </pc:spChg>
        <pc:spChg chg="add mod">
          <ac:chgData name="Alex Casson" userId="53cffa54-f866-4b4c-8e51-0383f28edfe1" providerId="ADAL" clId="{0B57B4AF-69DC-4C37-BA38-F8B1CEF1A832}" dt="2025-03-16T07:46:23.184" v="120" actId="207"/>
          <ac:spMkLst>
            <pc:docMk/>
            <pc:sldMk cId="1682588151" sldId="262"/>
            <ac:spMk id="10" creationId="{B0137FFE-3267-211D-FA02-F55288D18951}"/>
          </ac:spMkLst>
        </pc:spChg>
        <pc:picChg chg="add">
          <ac:chgData name="Alex Casson" userId="53cffa54-f866-4b4c-8e51-0383f28edfe1" providerId="ADAL" clId="{0B57B4AF-69DC-4C37-BA38-F8B1CEF1A832}" dt="2025-03-16T07:45:09.395" v="105" actId="22"/>
          <ac:picMkLst>
            <pc:docMk/>
            <pc:sldMk cId="1682588151" sldId="262"/>
            <ac:picMk id="5" creationId="{9BB1F4F5-AB6F-3754-4A8B-4B266A6A6BC3}"/>
          </ac:picMkLst>
        </pc:picChg>
        <pc:cxnChg chg="add mod">
          <ac:chgData name="Alex Casson" userId="53cffa54-f866-4b4c-8e51-0383f28edfe1" providerId="ADAL" clId="{0B57B4AF-69DC-4C37-BA38-F8B1CEF1A832}" dt="2025-03-16T07:46:05.216" v="113" actId="14100"/>
          <ac:cxnSpMkLst>
            <pc:docMk/>
            <pc:sldMk cId="1682588151" sldId="262"/>
            <ac:cxnSpMk id="11" creationId="{1BEEB69C-86D5-B20E-B23C-085C6F3A4AB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867E-41B7-A1F5-EC7A-7F1E17962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68A07-6BC9-E8D8-76E1-8A393B9F8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267B0-2E7E-9EFE-AE6F-5B390AC1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A0D1C-499E-955F-8950-64A4B5BC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7D134-344C-DCCD-7491-9EE281DB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73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02372-37C7-0281-9888-A989CBE6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89008-9FFB-F39B-FF45-0068E2E07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988F2-31CC-9AB9-2A49-CF5A25DF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1AC2C-D4B6-A9B5-B9FC-3D176B383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36198-6CE6-D78C-D7BB-EE92605D1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85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90AEB-9670-E6EB-FBF5-76126F19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92514-35EF-0E7A-9B00-F1A139BB5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8167A-86A6-473E-12CD-DFF4E2F8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EC937-8554-5737-E0D5-52808563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675D-2DC0-12B9-35EF-5BB5A73E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54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DFAB-F39C-2C4F-CFF3-B8229DC1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82207-C802-49AE-4193-6E0DBD912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E08EE-48B2-1B41-6365-64C7D9097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B2730-22C8-86CD-A868-CFC1C39D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5CD81-6B9B-AFD5-ED77-0270B24D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FCEF5-D500-185E-1244-4518CE4A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461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BAA9-3D51-29A6-A2F5-E7036749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BD6FE-6E1F-A09B-E9EA-D9A26FD28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D8A75-5692-0DE4-4D3F-DCB4FE800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AA790-9DC6-A7E3-E19E-C699CCAC3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C7D6D-B3AC-D439-B53D-753404015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0AA8E-9DE0-8257-F097-8F8F158D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B521A-D97C-319E-593B-4A1F6591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A46E4-5E8C-7936-89E3-84B77041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83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E8B5-47E2-5985-9394-46ADF19D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0B5019-B4BD-51D3-C227-4A443B06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E5DF1-3758-9B99-86B2-21603D46F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5F12A-E9B4-3F95-B9D4-1223E4FC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242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D3062-2CB3-2341-04DB-4FBCD368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9DD9F-63B3-97CC-6AD4-FA31AAAD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D61E0-03E0-94EC-9538-AB001E71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06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421E-A5E4-D913-3B53-734E2B9DC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31A46-D626-DC16-AA9D-2F02BE549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510C0-7572-CB83-4007-808CB75D2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D24AA-29DA-40F2-53DE-7CF9A4FA8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17299-6968-D6F4-79B8-184C3387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9062-1041-2E7C-FCD4-EBC5F883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87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33F0-6563-4195-7D59-9FDC777D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B98AB-62AB-19D7-554D-D561A5CA9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A752-2D2D-ED4C-BA6A-C9E7CF59B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EC63C-6760-6CF2-D390-A2BE6F6D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EA002-ACB6-B681-419E-8FB5E78A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2C903-E82A-1AB2-9D65-4B25F4A0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76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BFEB-28B5-A510-AF50-C16A641B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286CB-2F10-E062-6EA6-F134D1724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E2B5-B7FA-F846-29F5-0B02F5C5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65EF6-5BAC-91A4-C22D-2858C285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4BAD9-EC88-A386-7FBE-C8A12965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13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1DED79-F2F2-DC9A-F449-488891007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43672-16A0-23C1-F747-817D92B73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D2197-4CAD-EDDE-E1FB-427979518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08E5-A29D-9001-0B26-6A9B256F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483F-DD8E-6D39-AF95-A337F760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05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92D3E0-74BD-F8A6-7E2B-005A14AC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E5115-7393-5728-85A9-F6130FF4A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EEB2E-AF99-F345-F452-93D31FB1F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9216F-746D-48D7-92FB-075947B8298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F3C48-5A5E-169C-DA49-6E088E7B3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DF1ED-7BE5-E106-71E0-DBC847F6E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AD36F-836A-45AB-9B75-FA92C5A7E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20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ACD7C0-F5A3-000C-B6B5-96BCBEB5A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98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E7B0F7-3F04-D003-6E09-6D037463D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859" y="0"/>
            <a:ext cx="8376281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6FCE61-6996-6968-0688-6B1AA7D14FC8}"/>
              </a:ext>
            </a:extLst>
          </p:cNvPr>
          <p:cNvSpPr/>
          <p:nvPr/>
        </p:nvSpPr>
        <p:spPr>
          <a:xfrm>
            <a:off x="2440546" y="708338"/>
            <a:ext cx="5505719" cy="199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3F28BF-29F5-0983-41AE-D5CA0AB03A35}"/>
              </a:ext>
            </a:extLst>
          </p:cNvPr>
          <p:cNvSpPr/>
          <p:nvPr/>
        </p:nvSpPr>
        <p:spPr>
          <a:xfrm>
            <a:off x="2592945" y="4432685"/>
            <a:ext cx="5505719" cy="454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52AE4F-5E97-C9E4-760C-71601E2435A4}"/>
              </a:ext>
            </a:extLst>
          </p:cNvPr>
          <p:cNvSpPr/>
          <p:nvPr/>
        </p:nvSpPr>
        <p:spPr>
          <a:xfrm>
            <a:off x="3415047" y="4959122"/>
            <a:ext cx="558086" cy="128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824FE-CAED-7FD4-C1F6-9A78F1BF0FFD}"/>
              </a:ext>
            </a:extLst>
          </p:cNvPr>
          <p:cNvSpPr/>
          <p:nvPr/>
        </p:nvSpPr>
        <p:spPr>
          <a:xfrm>
            <a:off x="5066761" y="4937038"/>
            <a:ext cx="558086" cy="150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D7274D-4D5A-0B68-8E2E-02A656552AC6}"/>
              </a:ext>
            </a:extLst>
          </p:cNvPr>
          <p:cNvSpPr/>
          <p:nvPr/>
        </p:nvSpPr>
        <p:spPr>
          <a:xfrm>
            <a:off x="3415047" y="5885816"/>
            <a:ext cx="558086" cy="128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5D8C03-54A3-759D-ABE7-262A79029E03}"/>
              </a:ext>
            </a:extLst>
          </p:cNvPr>
          <p:cNvSpPr/>
          <p:nvPr/>
        </p:nvSpPr>
        <p:spPr>
          <a:xfrm>
            <a:off x="5119354" y="4119092"/>
            <a:ext cx="746974" cy="3198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F15AC7-11F5-3832-34A1-9A6E2BDD9B38}"/>
              </a:ext>
            </a:extLst>
          </p:cNvPr>
          <p:cNvSpPr/>
          <p:nvPr/>
        </p:nvSpPr>
        <p:spPr>
          <a:xfrm>
            <a:off x="2940675" y="2611913"/>
            <a:ext cx="4226418" cy="10585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82D4E-8BAB-D16B-8BB1-5E885B9EC7D0}"/>
              </a:ext>
            </a:extLst>
          </p:cNvPr>
          <p:cNvSpPr txBox="1"/>
          <p:nvPr/>
        </p:nvSpPr>
        <p:spPr>
          <a:xfrm>
            <a:off x="7167093" y="2541030"/>
            <a:ext cx="30059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simple typo detected to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avoid us wasting time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compiling something which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will fail</a:t>
            </a:r>
          </a:p>
        </p:txBody>
      </p:sp>
    </p:spTree>
    <p:extLst>
      <p:ext uri="{BB962C8B-B14F-4D97-AF65-F5344CB8AC3E}">
        <p14:creationId xmlns:p14="http://schemas.microsoft.com/office/powerpoint/2010/main" val="366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013636-E1A4-DBFF-5880-EF6223159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74" y="0"/>
            <a:ext cx="10287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24A62D-D3C3-DCCC-0904-10E11014C511}"/>
              </a:ext>
            </a:extLst>
          </p:cNvPr>
          <p:cNvSpPr/>
          <p:nvPr/>
        </p:nvSpPr>
        <p:spPr>
          <a:xfrm>
            <a:off x="3806145" y="423949"/>
            <a:ext cx="6658494" cy="568590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16844-604D-6C28-CB2B-9AF5D7C0B556}"/>
              </a:ext>
            </a:extLst>
          </p:cNvPr>
          <p:cNvSpPr txBox="1"/>
          <p:nvPr/>
        </p:nvSpPr>
        <p:spPr>
          <a:xfrm>
            <a:off x="9481867" y="40924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Window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4A370-0792-98A2-0F48-9EBF58268758}"/>
              </a:ext>
            </a:extLst>
          </p:cNvPr>
          <p:cNvSpPr txBox="1"/>
          <p:nvPr/>
        </p:nvSpPr>
        <p:spPr>
          <a:xfrm>
            <a:off x="6928416" y="467"/>
            <a:ext cx="1782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Interface button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ADC5C-2DE0-7B60-9700-99B11158B796}"/>
              </a:ext>
            </a:extLst>
          </p:cNvPr>
          <p:cNvSpPr txBox="1"/>
          <p:nvPr/>
        </p:nvSpPr>
        <p:spPr>
          <a:xfrm>
            <a:off x="8531013" y="3136054"/>
            <a:ext cx="161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 entry area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418F5A-58EE-DE45-8E3F-363629EB3D9C}"/>
              </a:ext>
            </a:extLst>
          </p:cNvPr>
          <p:cNvSpPr/>
          <p:nvPr/>
        </p:nvSpPr>
        <p:spPr>
          <a:xfrm>
            <a:off x="7640320" y="985557"/>
            <a:ext cx="358988" cy="4505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526DA2-8FE8-65F6-BCBA-E6AD14A37E36}"/>
              </a:ext>
            </a:extLst>
          </p:cNvPr>
          <p:cNvCxnSpPr>
            <a:cxnSpLocks/>
          </p:cNvCxnSpPr>
          <p:nvPr/>
        </p:nvCxnSpPr>
        <p:spPr>
          <a:xfrm flipH="1">
            <a:off x="5417968" y="3320572"/>
            <a:ext cx="312589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25E115-FBAF-F860-5564-00217A17AD1C}"/>
              </a:ext>
            </a:extLst>
          </p:cNvPr>
          <p:cNvCxnSpPr>
            <a:cxnSpLocks/>
          </p:cNvCxnSpPr>
          <p:nvPr/>
        </p:nvCxnSpPr>
        <p:spPr>
          <a:xfrm>
            <a:off x="7819814" y="298027"/>
            <a:ext cx="0" cy="68753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0A44967-FD71-59DC-ABFF-BABEEAF1F991}"/>
              </a:ext>
            </a:extLst>
          </p:cNvPr>
          <p:cNvSpPr txBox="1"/>
          <p:nvPr/>
        </p:nvSpPr>
        <p:spPr>
          <a:xfrm>
            <a:off x="2461307" y="0"/>
            <a:ext cx="1756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Second window</a:t>
            </a:r>
          </a:p>
        </p:txBody>
      </p:sp>
    </p:spTree>
    <p:extLst>
      <p:ext uri="{BB962C8B-B14F-4D97-AF65-F5344CB8AC3E}">
        <p14:creationId xmlns:p14="http://schemas.microsoft.com/office/powerpoint/2010/main" val="145466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2E710F-5EF8-E609-2050-A85B98090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2" t="11757" r="80972" b="6182"/>
          <a:stretch/>
        </p:blipFill>
        <p:spPr>
          <a:xfrm>
            <a:off x="1130531" y="806334"/>
            <a:ext cx="1629294" cy="562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8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5CEDE9-A92D-582E-2764-9F2DE138F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" y="0"/>
            <a:ext cx="12168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1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8961C3-6416-A960-6C9C-39B6EBD3F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96CE3A-E930-C70F-3C49-21309222355B}"/>
              </a:ext>
            </a:extLst>
          </p:cNvPr>
          <p:cNvSpPr txBox="1"/>
          <p:nvPr/>
        </p:nvSpPr>
        <p:spPr>
          <a:xfrm>
            <a:off x="3742882" y="1822643"/>
            <a:ext cx="1018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Desktop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0B349-BB78-246E-DA96-8268F8F8672D}"/>
              </a:ext>
            </a:extLst>
          </p:cNvPr>
          <p:cNvSpPr txBox="1"/>
          <p:nvPr/>
        </p:nvSpPr>
        <p:spPr>
          <a:xfrm>
            <a:off x="4252284" y="6488668"/>
            <a:ext cx="955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Taskbar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FEE2C-9FE5-514B-2AD9-7C08F71FF857}"/>
              </a:ext>
            </a:extLst>
          </p:cNvPr>
          <p:cNvSpPr/>
          <p:nvPr/>
        </p:nvSpPr>
        <p:spPr>
          <a:xfrm>
            <a:off x="1835868" y="6407425"/>
            <a:ext cx="7738828" cy="4505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450BE5-8F93-ED47-F0AE-791FF844C9CB}"/>
              </a:ext>
            </a:extLst>
          </p:cNvPr>
          <p:cNvSpPr/>
          <p:nvPr/>
        </p:nvSpPr>
        <p:spPr>
          <a:xfrm>
            <a:off x="1020859" y="6407425"/>
            <a:ext cx="410376" cy="4505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AA0B00-42DF-EBD4-0EAB-48F82D0686CE}"/>
              </a:ext>
            </a:extLst>
          </p:cNvPr>
          <p:cNvSpPr txBox="1"/>
          <p:nvPr/>
        </p:nvSpPr>
        <p:spPr>
          <a:xfrm>
            <a:off x="953251" y="2744929"/>
            <a:ext cx="1372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Start button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64CB8E-1D49-E205-0F34-E67268B4CD9C}"/>
              </a:ext>
            </a:extLst>
          </p:cNvPr>
          <p:cNvCxnSpPr>
            <a:cxnSpLocks/>
          </p:cNvCxnSpPr>
          <p:nvPr/>
        </p:nvCxnSpPr>
        <p:spPr>
          <a:xfrm>
            <a:off x="1259988" y="3061252"/>
            <a:ext cx="0" cy="33461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70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B1F4F5-AB6F-3754-4A8B-4B266A6A6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B86A7B-B5D3-C0AA-C980-36D5E464A3EF}"/>
              </a:ext>
            </a:extLst>
          </p:cNvPr>
          <p:cNvSpPr txBox="1"/>
          <p:nvPr/>
        </p:nvSpPr>
        <p:spPr>
          <a:xfrm>
            <a:off x="4252284" y="6488668"/>
            <a:ext cx="955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Taskbar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0D27EF-6E6F-A0B3-3A88-245EA2B2DCF7}"/>
              </a:ext>
            </a:extLst>
          </p:cNvPr>
          <p:cNvSpPr/>
          <p:nvPr/>
        </p:nvSpPr>
        <p:spPr>
          <a:xfrm>
            <a:off x="3250276" y="6407425"/>
            <a:ext cx="6324420" cy="4505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C0514-9ACD-F195-538D-F48DB5CDB1D6}"/>
              </a:ext>
            </a:extLst>
          </p:cNvPr>
          <p:cNvSpPr txBox="1"/>
          <p:nvPr/>
        </p:nvSpPr>
        <p:spPr>
          <a:xfrm>
            <a:off x="4895821" y="152869"/>
            <a:ext cx="1018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Desktop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FCDAA8-6CC7-459F-2320-06A2273275EF}"/>
              </a:ext>
            </a:extLst>
          </p:cNvPr>
          <p:cNvSpPr/>
          <p:nvPr/>
        </p:nvSpPr>
        <p:spPr>
          <a:xfrm>
            <a:off x="1537694" y="6407425"/>
            <a:ext cx="410376" cy="4505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137FFE-3267-211D-FA02-F55288D18951}"/>
              </a:ext>
            </a:extLst>
          </p:cNvPr>
          <p:cNvSpPr txBox="1"/>
          <p:nvPr/>
        </p:nvSpPr>
        <p:spPr>
          <a:xfrm>
            <a:off x="1537694" y="5501381"/>
            <a:ext cx="1451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Menu button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EEB69C-86D5-B20E-B23C-085C6F3A4ABE}"/>
              </a:ext>
            </a:extLst>
          </p:cNvPr>
          <p:cNvCxnSpPr>
            <a:cxnSpLocks/>
          </p:cNvCxnSpPr>
          <p:nvPr/>
        </p:nvCxnSpPr>
        <p:spPr>
          <a:xfrm>
            <a:off x="1776823" y="5870713"/>
            <a:ext cx="0" cy="53671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588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B466F-58CF-381C-A7C8-07DC2FB1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700"/>
            <a:ext cx="12192000" cy="607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B46601-7198-3F68-5007-72AB062B15E4}"/>
              </a:ext>
            </a:extLst>
          </p:cNvPr>
          <p:cNvSpPr txBox="1"/>
          <p:nvPr/>
        </p:nvSpPr>
        <p:spPr>
          <a:xfrm>
            <a:off x="3867971" y="1260683"/>
            <a:ext cx="2111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Code file for editing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41020-B2CF-4387-DCAC-A9CFBA8212BD}"/>
              </a:ext>
            </a:extLst>
          </p:cNvPr>
          <p:cNvSpPr/>
          <p:nvPr/>
        </p:nvSpPr>
        <p:spPr>
          <a:xfrm>
            <a:off x="2081033" y="887894"/>
            <a:ext cx="4485419" cy="36642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C0CB36-C2E3-61A5-A612-ACD561DB4C3B}"/>
              </a:ext>
            </a:extLst>
          </p:cNvPr>
          <p:cNvSpPr/>
          <p:nvPr/>
        </p:nvSpPr>
        <p:spPr>
          <a:xfrm>
            <a:off x="5420581" y="602972"/>
            <a:ext cx="5406445" cy="5897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F36D7-7BEB-A99B-EA23-3318C3541B89}"/>
              </a:ext>
            </a:extLst>
          </p:cNvPr>
          <p:cNvSpPr txBox="1"/>
          <p:nvPr/>
        </p:nvSpPr>
        <p:spPr>
          <a:xfrm>
            <a:off x="8266453" y="602972"/>
            <a:ext cx="2225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 for running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D305E0-3871-40D6-32E1-9CBBC45BE3CE}"/>
              </a:ext>
            </a:extLst>
          </p:cNvPr>
          <p:cNvSpPr/>
          <p:nvPr/>
        </p:nvSpPr>
        <p:spPr>
          <a:xfrm>
            <a:off x="7090355" y="4094921"/>
            <a:ext cx="5101645" cy="53008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76D98-F66B-8EE5-1480-69206A7F12EF}"/>
              </a:ext>
            </a:extLst>
          </p:cNvPr>
          <p:cNvSpPr txBox="1"/>
          <p:nvPr/>
        </p:nvSpPr>
        <p:spPr>
          <a:xfrm>
            <a:off x="9115633" y="4182790"/>
            <a:ext cx="2180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CLI for running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CB40E2-FAD6-4CA5-1D03-4EE768311C44}"/>
              </a:ext>
            </a:extLst>
          </p:cNvPr>
          <p:cNvSpPr/>
          <p:nvPr/>
        </p:nvSpPr>
        <p:spPr>
          <a:xfrm>
            <a:off x="2081033" y="4893918"/>
            <a:ext cx="7235245" cy="36057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51D69E-B0D3-8C2B-8E89-7496B43F3C17}"/>
              </a:ext>
            </a:extLst>
          </p:cNvPr>
          <p:cNvSpPr txBox="1"/>
          <p:nvPr/>
        </p:nvSpPr>
        <p:spPr>
          <a:xfrm>
            <a:off x="4923837" y="4893917"/>
            <a:ext cx="355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CLI for interacting with computer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6E2E82-1C07-1D52-375F-220CD8820709}"/>
              </a:ext>
            </a:extLst>
          </p:cNvPr>
          <p:cNvSpPr/>
          <p:nvPr/>
        </p:nvSpPr>
        <p:spPr>
          <a:xfrm>
            <a:off x="1" y="655703"/>
            <a:ext cx="2007704" cy="5652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0BC04-588D-7BA4-8739-C216A5EEC725}"/>
              </a:ext>
            </a:extLst>
          </p:cNvPr>
          <p:cNvSpPr txBox="1"/>
          <p:nvPr/>
        </p:nvSpPr>
        <p:spPr>
          <a:xfrm>
            <a:off x="381032" y="3174761"/>
            <a:ext cx="1785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GUI for analysing code</a:t>
            </a:r>
          </a:p>
        </p:txBody>
      </p:sp>
    </p:spTree>
    <p:extLst>
      <p:ext uri="{BB962C8B-B14F-4D97-AF65-F5344CB8AC3E}">
        <p14:creationId xmlns:p14="http://schemas.microsoft.com/office/powerpoint/2010/main" val="264132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0E1EEB-3F7C-4E69-36BB-B0FEA53B9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9E6605-5471-7422-C9D6-B62D54D3CCAA}"/>
              </a:ext>
            </a:extLst>
          </p:cNvPr>
          <p:cNvSpPr/>
          <p:nvPr/>
        </p:nvSpPr>
        <p:spPr>
          <a:xfrm>
            <a:off x="4331614" y="1234739"/>
            <a:ext cx="2144002" cy="1950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70EAD-EAF6-1E7B-58D8-7A6EA558FC23}"/>
              </a:ext>
            </a:extLst>
          </p:cNvPr>
          <p:cNvSpPr txBox="1"/>
          <p:nvPr/>
        </p:nvSpPr>
        <p:spPr>
          <a:xfrm>
            <a:off x="6475616" y="1147598"/>
            <a:ext cx="354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Potential issue in code underlined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C23FF3-DE6C-888A-B49E-AA21BF2C5E2A}"/>
              </a:ext>
            </a:extLst>
          </p:cNvPr>
          <p:cNvSpPr/>
          <p:nvPr/>
        </p:nvSpPr>
        <p:spPr>
          <a:xfrm>
            <a:off x="4331613" y="1604070"/>
            <a:ext cx="5614143" cy="14439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7E4211-A8DF-A663-DBD7-101124379C0F}"/>
              </a:ext>
            </a:extLst>
          </p:cNvPr>
          <p:cNvSpPr txBox="1"/>
          <p:nvPr/>
        </p:nvSpPr>
        <p:spPr>
          <a:xfrm>
            <a:off x="4910157" y="3059668"/>
            <a:ext cx="4457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Issue explained, and possible fix suggested</a:t>
            </a:r>
          </a:p>
        </p:txBody>
      </p:sp>
    </p:spTree>
    <p:extLst>
      <p:ext uri="{BB962C8B-B14F-4D97-AF65-F5344CB8AC3E}">
        <p14:creationId xmlns:p14="http://schemas.microsoft.com/office/powerpoint/2010/main" val="3891483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C17B3B-2924-2B12-E12A-600BFBDA5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69EE05-5E4A-59F6-8CCB-8782D4967654}"/>
              </a:ext>
            </a:extLst>
          </p:cNvPr>
          <p:cNvSpPr/>
          <p:nvPr/>
        </p:nvSpPr>
        <p:spPr>
          <a:xfrm>
            <a:off x="3209636" y="1558011"/>
            <a:ext cx="563419" cy="2061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3D6B81-C847-996B-022C-4643FA466AEF}"/>
              </a:ext>
            </a:extLst>
          </p:cNvPr>
          <p:cNvSpPr/>
          <p:nvPr/>
        </p:nvSpPr>
        <p:spPr>
          <a:xfrm>
            <a:off x="3980873" y="1558011"/>
            <a:ext cx="2456872" cy="2061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02B79-11EA-48B5-315F-5ACD993E9131}"/>
              </a:ext>
            </a:extLst>
          </p:cNvPr>
          <p:cNvSpPr txBox="1"/>
          <p:nvPr/>
        </p:nvSpPr>
        <p:spPr>
          <a:xfrm>
            <a:off x="6437745" y="1476412"/>
            <a:ext cx="463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Code execution paused before this line is run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0988D9-D146-E0E3-1E97-F6E040A4B083}"/>
              </a:ext>
            </a:extLst>
          </p:cNvPr>
          <p:cNvCxnSpPr>
            <a:cxnSpLocks/>
          </p:cNvCxnSpPr>
          <p:nvPr/>
        </p:nvCxnSpPr>
        <p:spPr>
          <a:xfrm flipV="1">
            <a:off x="3349414" y="1770646"/>
            <a:ext cx="0" cy="68753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43CE9E8-EDFA-CC23-96AA-D13B72970683}"/>
              </a:ext>
            </a:extLst>
          </p:cNvPr>
          <p:cNvSpPr txBox="1"/>
          <p:nvPr/>
        </p:nvSpPr>
        <p:spPr>
          <a:xfrm>
            <a:off x="3209636" y="2450824"/>
            <a:ext cx="5036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Break point added by clicking next to line number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800E64-D5C0-2627-A399-727D5AED8959}"/>
              </a:ext>
            </a:extLst>
          </p:cNvPr>
          <p:cNvSpPr/>
          <p:nvPr/>
        </p:nvSpPr>
        <p:spPr>
          <a:xfrm>
            <a:off x="1560945" y="976119"/>
            <a:ext cx="701964" cy="3816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ECEF37-BC1F-A779-20F4-DD4273AE0632}"/>
              </a:ext>
            </a:extLst>
          </p:cNvPr>
          <p:cNvCxnSpPr>
            <a:cxnSpLocks/>
          </p:cNvCxnSpPr>
          <p:nvPr/>
        </p:nvCxnSpPr>
        <p:spPr>
          <a:xfrm flipV="1">
            <a:off x="2130214" y="1357744"/>
            <a:ext cx="0" cy="68753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819B9F5-CE2D-E55C-109C-F87CD3F52A7A}"/>
              </a:ext>
            </a:extLst>
          </p:cNvPr>
          <p:cNvSpPr txBox="1"/>
          <p:nvPr/>
        </p:nvSpPr>
        <p:spPr>
          <a:xfrm>
            <a:off x="1422399" y="2057567"/>
            <a:ext cx="1750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Display of variables in the 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7FFFAD-2B18-CE34-9E82-B01E90E1AFC8}"/>
              </a:ext>
            </a:extLst>
          </p:cNvPr>
          <p:cNvSpPr/>
          <p:nvPr/>
        </p:nvSpPr>
        <p:spPr>
          <a:xfrm>
            <a:off x="5292436" y="235650"/>
            <a:ext cx="1653309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DE2721-9295-7A2D-6674-B44F05B48A18}"/>
              </a:ext>
            </a:extLst>
          </p:cNvPr>
          <p:cNvSpPr/>
          <p:nvPr/>
        </p:nvSpPr>
        <p:spPr>
          <a:xfrm>
            <a:off x="6741647" y="638622"/>
            <a:ext cx="822935" cy="224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269CD3-F4D8-BF5D-6E9F-45A4FE627765}"/>
              </a:ext>
            </a:extLst>
          </p:cNvPr>
          <p:cNvSpPr txBox="1"/>
          <p:nvPr/>
        </p:nvSpPr>
        <p:spPr>
          <a:xfrm>
            <a:off x="6945745" y="235650"/>
            <a:ext cx="3602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Buttons to step the code forwards,</a:t>
            </a:r>
          </a:p>
          <a:p>
            <a:r>
              <a:rPr lang="en-GB" dirty="0"/>
              <a:t>one line at a time</a:t>
            </a:r>
          </a:p>
        </p:txBody>
      </p:sp>
    </p:spTree>
    <p:extLst>
      <p:ext uri="{BB962C8B-B14F-4D97-AF65-F5344CB8AC3E}">
        <p14:creationId xmlns:p14="http://schemas.microsoft.com/office/powerpoint/2010/main" val="429416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640C-082F-F976-0FE7-1D8DED17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D9E074-9395-D10F-91F4-16D5533FA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BE156A-BDA0-614D-1B39-CF363913958C}"/>
              </a:ext>
            </a:extLst>
          </p:cNvPr>
          <p:cNvSpPr/>
          <p:nvPr/>
        </p:nvSpPr>
        <p:spPr>
          <a:xfrm>
            <a:off x="965327" y="1130298"/>
            <a:ext cx="439404" cy="4334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6A817A-FEC1-E7A8-8507-1C8CA6F4A836}"/>
              </a:ext>
            </a:extLst>
          </p:cNvPr>
          <p:cNvSpPr txBox="1"/>
          <p:nvPr/>
        </p:nvSpPr>
        <p:spPr>
          <a:xfrm>
            <a:off x="1638946" y="1794085"/>
            <a:ext cx="1607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GUI button to interact with version control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FC391DB-32FC-84AF-591D-3B8249C05D3E}"/>
              </a:ext>
            </a:extLst>
          </p:cNvPr>
          <p:cNvCxnSpPr>
            <a:cxnSpLocks/>
          </p:cNvCxnSpPr>
          <p:nvPr/>
        </p:nvCxnSpPr>
        <p:spPr>
          <a:xfrm flipH="1" flipV="1">
            <a:off x="1421223" y="1563758"/>
            <a:ext cx="294934" cy="3313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439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B77F90-D5DB-2694-2DAF-2ADCF549E88E}"/>
              </a:ext>
            </a:extLst>
          </p:cNvPr>
          <p:cNvSpPr/>
          <p:nvPr/>
        </p:nvSpPr>
        <p:spPr>
          <a:xfrm>
            <a:off x="4295365" y="516815"/>
            <a:ext cx="2195222" cy="45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8762A-EE92-73BF-5C59-80F5FE88C245}"/>
              </a:ext>
            </a:extLst>
          </p:cNvPr>
          <p:cNvSpPr txBox="1"/>
          <p:nvPr/>
        </p:nvSpPr>
        <p:spPr>
          <a:xfrm>
            <a:off x="4295364" y="542159"/>
            <a:ext cx="2261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Remote repository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6EE5E26-F406-6EC0-5CB0-933011C8C1E1}"/>
              </a:ext>
            </a:extLst>
          </p:cNvPr>
          <p:cNvSpPr/>
          <p:nvPr/>
        </p:nvSpPr>
        <p:spPr>
          <a:xfrm>
            <a:off x="4442925" y="1094275"/>
            <a:ext cx="360609" cy="940158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80C38-F740-A15D-C7D9-B64A3D5E43BF}"/>
              </a:ext>
            </a:extLst>
          </p:cNvPr>
          <p:cNvSpPr txBox="1"/>
          <p:nvPr/>
        </p:nvSpPr>
        <p:spPr>
          <a:xfrm>
            <a:off x="1498502" y="1171076"/>
            <a:ext cx="2995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Clone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(for initial set up)</a:t>
            </a:r>
          </a:p>
          <a:p>
            <a:pPr algn="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Pull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(to get updates)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0BFFCD-84A8-FEC2-92BE-221522A27902}"/>
              </a:ext>
            </a:extLst>
          </p:cNvPr>
          <p:cNvSpPr/>
          <p:nvPr/>
        </p:nvSpPr>
        <p:spPr>
          <a:xfrm>
            <a:off x="4295365" y="2111234"/>
            <a:ext cx="2195222" cy="45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BD8848-FC99-94E5-69BE-BD1B235FC9A3}"/>
              </a:ext>
            </a:extLst>
          </p:cNvPr>
          <p:cNvSpPr txBox="1"/>
          <p:nvPr/>
        </p:nvSpPr>
        <p:spPr>
          <a:xfrm>
            <a:off x="4295365" y="2136578"/>
            <a:ext cx="219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Local repository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B33E151-8E12-6EDA-3CF6-554F459D6B04}"/>
              </a:ext>
            </a:extLst>
          </p:cNvPr>
          <p:cNvSpPr/>
          <p:nvPr/>
        </p:nvSpPr>
        <p:spPr>
          <a:xfrm rot="10800000">
            <a:off x="5831697" y="1093237"/>
            <a:ext cx="360609" cy="940158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96E3E6-0735-2E12-3195-BB9ECA2F575F}"/>
              </a:ext>
            </a:extLst>
          </p:cNvPr>
          <p:cNvSpPr txBox="1"/>
          <p:nvPr/>
        </p:nvSpPr>
        <p:spPr>
          <a:xfrm>
            <a:off x="6249987" y="1378650"/>
            <a:ext cx="893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DF580E8-AB79-CB70-C42E-EBABC3215804}"/>
              </a:ext>
            </a:extLst>
          </p:cNvPr>
          <p:cNvSpPr/>
          <p:nvPr/>
        </p:nvSpPr>
        <p:spPr>
          <a:xfrm rot="10800000">
            <a:off x="5831696" y="2702623"/>
            <a:ext cx="360609" cy="940158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9A5F1F-8481-EC0D-03B8-608A8B7423E7}"/>
              </a:ext>
            </a:extLst>
          </p:cNvPr>
          <p:cNvSpPr txBox="1"/>
          <p:nvPr/>
        </p:nvSpPr>
        <p:spPr>
          <a:xfrm>
            <a:off x="3730218" y="3037202"/>
            <a:ext cx="2195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Stage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then</a:t>
            </a:r>
          </a:p>
          <a:p>
            <a:pPr algn="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changes</a:t>
            </a:r>
          </a:p>
        </p:txBody>
      </p: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0A8BC4AF-5915-DCBF-5F3C-4235547AD6AC}"/>
              </a:ext>
            </a:extLst>
          </p:cNvPr>
          <p:cNvSpPr/>
          <p:nvPr/>
        </p:nvSpPr>
        <p:spPr>
          <a:xfrm rot="16200000">
            <a:off x="2399839" y="2601852"/>
            <a:ext cx="2435141" cy="1298228"/>
          </a:xfrm>
          <a:prstGeom prst="uturnArrow">
            <a:avLst>
              <a:gd name="adj1" fmla="val 17064"/>
              <a:gd name="adj2" fmla="val 25000"/>
              <a:gd name="adj3" fmla="val 22024"/>
              <a:gd name="adj4" fmla="val 43750"/>
              <a:gd name="adj5" fmla="val 10000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F6B7AEA-AD25-99C0-AFAE-94DCDB1D0E90}"/>
              </a:ext>
            </a:extLst>
          </p:cNvPr>
          <p:cNvSpPr/>
          <p:nvPr/>
        </p:nvSpPr>
        <p:spPr>
          <a:xfrm>
            <a:off x="3972847" y="3754819"/>
            <a:ext cx="3058732" cy="11943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5DBAB6-A7C9-F04C-1C5F-D0F4E22B3237}"/>
              </a:ext>
            </a:extLst>
          </p:cNvPr>
          <p:cNvSpPr txBox="1"/>
          <p:nvPr/>
        </p:nvSpPr>
        <p:spPr>
          <a:xfrm>
            <a:off x="4273217" y="4974614"/>
            <a:ext cx="2457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files to work 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C12FB9-3983-518C-3635-EE32E6A4FF31}"/>
              </a:ext>
            </a:extLst>
          </p:cNvPr>
          <p:cNvSpPr txBox="1"/>
          <p:nvPr/>
        </p:nvSpPr>
        <p:spPr>
          <a:xfrm>
            <a:off x="3973471" y="3879786"/>
            <a:ext cx="3043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branch</a:t>
            </a:r>
          </a:p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Open in File Explorer (etc) as usual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B490F9-52C0-8B18-4355-DEA8A1C059FC}"/>
              </a:ext>
            </a:extLst>
          </p:cNvPr>
          <p:cNvSpPr txBox="1"/>
          <p:nvPr/>
        </p:nvSpPr>
        <p:spPr>
          <a:xfrm>
            <a:off x="0" y="2996451"/>
            <a:ext cx="2996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Revert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(to previous committed version)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B924CC6-911D-BF79-7C80-76DB3BB6B031}"/>
              </a:ext>
            </a:extLst>
          </p:cNvPr>
          <p:cNvSpPr/>
          <p:nvPr/>
        </p:nvSpPr>
        <p:spPr>
          <a:xfrm rot="18900000">
            <a:off x="6851275" y="2495722"/>
            <a:ext cx="360609" cy="94015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E805C9-2F1B-EE37-DC1C-652BD740BA9D}"/>
              </a:ext>
            </a:extLst>
          </p:cNvPr>
          <p:cNvSpPr txBox="1"/>
          <p:nvPr/>
        </p:nvSpPr>
        <p:spPr>
          <a:xfrm>
            <a:off x="6960745" y="2416781"/>
            <a:ext cx="104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28A6840-4B44-770F-AC7C-2B8AADCC12BE}"/>
              </a:ext>
            </a:extLst>
          </p:cNvPr>
          <p:cNvSpPr/>
          <p:nvPr/>
        </p:nvSpPr>
        <p:spPr>
          <a:xfrm>
            <a:off x="7489948" y="3037202"/>
            <a:ext cx="3058732" cy="119432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BD298-DE7B-B384-4E9C-3D3CC4BC2FCE}"/>
              </a:ext>
            </a:extLst>
          </p:cNvPr>
          <p:cNvSpPr txBox="1"/>
          <p:nvPr/>
        </p:nvSpPr>
        <p:spPr>
          <a:xfrm>
            <a:off x="7504974" y="3181117"/>
            <a:ext cx="3043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Alternative development tree, to merge with main branch later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62C979B-DE68-B5C0-5DB6-5D550CCA0768}"/>
              </a:ext>
            </a:extLst>
          </p:cNvPr>
          <p:cNvSpPr/>
          <p:nvPr/>
        </p:nvSpPr>
        <p:spPr>
          <a:xfrm rot="18900000">
            <a:off x="6836871" y="657483"/>
            <a:ext cx="360609" cy="94015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978F11-0400-5009-C9A0-11A1101DB733}"/>
              </a:ext>
            </a:extLst>
          </p:cNvPr>
          <p:cNvSpPr txBox="1"/>
          <p:nvPr/>
        </p:nvSpPr>
        <p:spPr>
          <a:xfrm>
            <a:off x="6946341" y="578542"/>
            <a:ext cx="104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Fork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4E8A4A-5C3C-DFC3-D9F4-9DDA3881EFA5}"/>
              </a:ext>
            </a:extLst>
          </p:cNvPr>
          <p:cNvSpPr txBox="1"/>
          <p:nvPr/>
        </p:nvSpPr>
        <p:spPr>
          <a:xfrm>
            <a:off x="7317230" y="1362036"/>
            <a:ext cx="3058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New copy of the project to develop separately</a:t>
            </a: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A566CDE3-3F97-6029-5AC9-CDFDAFFD3CC5}"/>
              </a:ext>
            </a:extLst>
          </p:cNvPr>
          <p:cNvSpPr/>
          <p:nvPr/>
        </p:nvSpPr>
        <p:spPr>
          <a:xfrm rot="10800000">
            <a:off x="7143193" y="4341450"/>
            <a:ext cx="1923248" cy="539213"/>
          </a:xfrm>
          <a:prstGeom prst="bentArrow">
            <a:avLst>
              <a:gd name="adj1" fmla="val 25000"/>
              <a:gd name="adj2" fmla="val 42316"/>
              <a:gd name="adj3" fmla="val 50000"/>
              <a:gd name="adj4" fmla="val 4375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D35AF3-A2DE-F78C-740F-B7866B7705E9}"/>
              </a:ext>
            </a:extLst>
          </p:cNvPr>
          <p:cNvSpPr txBox="1"/>
          <p:nvPr/>
        </p:nvSpPr>
        <p:spPr>
          <a:xfrm>
            <a:off x="7761383" y="4695998"/>
            <a:ext cx="104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Merge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450798-9554-42EC-D45F-EE9053D5F506}"/>
              </a:ext>
            </a:extLst>
          </p:cNvPr>
          <p:cNvSpPr txBox="1"/>
          <p:nvPr/>
        </p:nvSpPr>
        <p:spPr>
          <a:xfrm>
            <a:off x="7761383" y="5020205"/>
            <a:ext cx="3421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Will get a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Conflict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to resolve if the same code has been edited in two places 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E3EBEB21-4770-4C4D-7107-C93EBD4336DA}"/>
              </a:ext>
            </a:extLst>
          </p:cNvPr>
          <p:cNvSpPr/>
          <p:nvPr/>
        </p:nvSpPr>
        <p:spPr>
          <a:xfrm rot="16200000">
            <a:off x="3628411" y="4079053"/>
            <a:ext cx="432359" cy="559511"/>
          </a:xfrm>
          <a:prstGeom prst="down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029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185F04-3F91-69E4-0A88-9423D9EC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016" y="0"/>
            <a:ext cx="414391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C0DBFC-1348-8D5E-A8A0-6B39BB8F2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258" y="0"/>
            <a:ext cx="414391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727EA1-EB00-2531-7D70-884BA371D133}"/>
              </a:ext>
            </a:extLst>
          </p:cNvPr>
          <p:cNvSpPr/>
          <p:nvPr/>
        </p:nvSpPr>
        <p:spPr>
          <a:xfrm>
            <a:off x="1216959" y="405780"/>
            <a:ext cx="801027" cy="6583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7782B6-9D44-DADD-784A-186F52A1DD45}"/>
              </a:ext>
            </a:extLst>
          </p:cNvPr>
          <p:cNvSpPr/>
          <p:nvPr/>
        </p:nvSpPr>
        <p:spPr>
          <a:xfrm>
            <a:off x="1216959" y="3030738"/>
            <a:ext cx="3489048" cy="5480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A42E19-4BFF-D52F-C12A-AF5EA71EED9E}"/>
              </a:ext>
            </a:extLst>
          </p:cNvPr>
          <p:cNvSpPr/>
          <p:nvPr/>
        </p:nvSpPr>
        <p:spPr>
          <a:xfrm>
            <a:off x="5710131" y="1769496"/>
            <a:ext cx="1415883" cy="12612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03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60E7A9-051E-8E18-8978-F6A66E14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DFFC20-4BFA-0345-EDCE-D2C024C5DC77}"/>
              </a:ext>
            </a:extLst>
          </p:cNvPr>
          <p:cNvSpPr/>
          <p:nvPr/>
        </p:nvSpPr>
        <p:spPr>
          <a:xfrm>
            <a:off x="3967621" y="2207368"/>
            <a:ext cx="2456872" cy="2061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60B5B-BAFB-FF4A-11DF-D8372BCF7974}"/>
              </a:ext>
            </a:extLst>
          </p:cNvPr>
          <p:cNvSpPr txBox="1"/>
          <p:nvPr/>
        </p:nvSpPr>
        <p:spPr>
          <a:xfrm>
            <a:off x="6424493" y="2125769"/>
            <a:ext cx="3673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4.2, asked to be stored as a double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95D88C-6A3B-2124-9498-341B7FCBA2DB}"/>
              </a:ext>
            </a:extLst>
          </p:cNvPr>
          <p:cNvSpPr/>
          <p:nvPr/>
        </p:nvSpPr>
        <p:spPr>
          <a:xfrm>
            <a:off x="1560944" y="976120"/>
            <a:ext cx="1679201" cy="18344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ECC266-E54A-09B4-5699-78CFE3E6F1B6}"/>
              </a:ext>
            </a:extLst>
          </p:cNvPr>
          <p:cNvCxnSpPr>
            <a:cxnSpLocks/>
          </p:cNvCxnSpPr>
          <p:nvPr/>
        </p:nvCxnSpPr>
        <p:spPr>
          <a:xfrm flipV="1">
            <a:off x="2130214" y="1159566"/>
            <a:ext cx="0" cy="8857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AD43829-BE10-24E1-DB89-B88BA38AD38F}"/>
              </a:ext>
            </a:extLst>
          </p:cNvPr>
          <p:cNvSpPr txBox="1"/>
          <p:nvPr/>
        </p:nvSpPr>
        <p:spPr>
          <a:xfrm>
            <a:off x="1422398" y="2011132"/>
            <a:ext cx="1750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Actual value stored, isn’t quite 4.2</a:t>
            </a:r>
          </a:p>
        </p:txBody>
      </p:sp>
    </p:spTree>
    <p:extLst>
      <p:ext uri="{BB962C8B-B14F-4D97-AF65-F5344CB8AC3E}">
        <p14:creationId xmlns:p14="http://schemas.microsoft.com/office/powerpoint/2010/main" val="3095846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32C4B8-4E99-15F4-3697-700A1082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DC4258-317B-E29F-2521-FC3A003FC642}"/>
              </a:ext>
            </a:extLst>
          </p:cNvPr>
          <p:cNvSpPr/>
          <p:nvPr/>
        </p:nvSpPr>
        <p:spPr>
          <a:xfrm>
            <a:off x="8739809" y="6659216"/>
            <a:ext cx="357808" cy="1987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BEF3D-625D-B56E-10F2-92C29EDA3A5D}"/>
              </a:ext>
            </a:extLst>
          </p:cNvPr>
          <p:cNvSpPr txBox="1"/>
          <p:nvPr/>
        </p:nvSpPr>
        <p:spPr>
          <a:xfrm>
            <a:off x="7103368" y="5955648"/>
            <a:ext cx="3660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 encoding system is highlighted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527F52-0F07-5AA1-2D8A-DBC1B5C57C72}"/>
              </a:ext>
            </a:extLst>
          </p:cNvPr>
          <p:cNvCxnSpPr>
            <a:cxnSpLocks/>
          </p:cNvCxnSpPr>
          <p:nvPr/>
        </p:nvCxnSpPr>
        <p:spPr>
          <a:xfrm>
            <a:off x="8908701" y="6228522"/>
            <a:ext cx="0" cy="43069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311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3E9E99-A295-22EA-2EAE-9899F3A123E8}"/>
              </a:ext>
            </a:extLst>
          </p:cNvPr>
          <p:cNvSpPr/>
          <p:nvPr/>
        </p:nvSpPr>
        <p:spPr>
          <a:xfrm>
            <a:off x="5952414" y="3216466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E0F48F-A544-80CF-BEA9-94AE69389FFB}"/>
              </a:ext>
            </a:extLst>
          </p:cNvPr>
          <p:cNvSpPr/>
          <p:nvPr/>
        </p:nvSpPr>
        <p:spPr>
          <a:xfrm>
            <a:off x="7924800" y="3216466"/>
            <a:ext cx="1373745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30CDA4-17D9-2297-CF2B-4AE098129A6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605752" y="3697800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30AA293-82F9-2E55-27F4-E9181ADE4EAF}"/>
              </a:ext>
            </a:extLst>
          </p:cNvPr>
          <p:cNvSpPr txBox="1"/>
          <p:nvPr/>
        </p:nvSpPr>
        <p:spPr>
          <a:xfrm>
            <a:off x="5952414" y="2733477"/>
            <a:ext cx="88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0A2D8-0A88-1F02-52F6-E5D40A94BC94}"/>
              </a:ext>
            </a:extLst>
          </p:cNvPr>
          <p:cNvSpPr txBox="1"/>
          <p:nvPr/>
        </p:nvSpPr>
        <p:spPr>
          <a:xfrm>
            <a:off x="7848207" y="2718469"/>
            <a:ext cx="145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25329D-BF61-CFE3-F567-132EAFE8E0C5}"/>
              </a:ext>
            </a:extLst>
          </p:cNvPr>
          <p:cNvSpPr txBox="1"/>
          <p:nvPr/>
        </p:nvSpPr>
        <p:spPr>
          <a:xfrm>
            <a:off x="5952414" y="3513134"/>
            <a:ext cx="88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6C487-B372-12FF-2D56-2AC690BCF1F6}"/>
              </a:ext>
            </a:extLst>
          </p:cNvPr>
          <p:cNvSpPr txBox="1"/>
          <p:nvPr/>
        </p:nvSpPr>
        <p:spPr>
          <a:xfrm>
            <a:off x="7924800" y="3513134"/>
            <a:ext cx="137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10101010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19D2D-973B-58F3-A79D-B14050286AFD}"/>
              </a:ext>
            </a:extLst>
          </p:cNvPr>
          <p:cNvSpPr txBox="1"/>
          <p:nvPr/>
        </p:nvSpPr>
        <p:spPr>
          <a:xfrm>
            <a:off x="1824736" y="2747435"/>
            <a:ext cx="412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Human readable names for your code: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DB66C9-7FE1-45AE-FA47-CE461DE03549}"/>
              </a:ext>
            </a:extLst>
          </p:cNvPr>
          <p:cNvSpPr txBox="1"/>
          <p:nvPr/>
        </p:nvSpPr>
        <p:spPr>
          <a:xfrm>
            <a:off x="1357380" y="3521662"/>
            <a:ext cx="45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What the computer sees after compilation:</a:t>
            </a:r>
          </a:p>
        </p:txBody>
      </p:sp>
    </p:spTree>
    <p:extLst>
      <p:ext uri="{BB962C8B-B14F-4D97-AF65-F5344CB8AC3E}">
        <p14:creationId xmlns:p14="http://schemas.microsoft.com/office/powerpoint/2010/main" val="2356878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C383D3-785B-2D91-460E-DA149953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9BEB24-0C65-18B4-9449-B3335D7C8037}"/>
              </a:ext>
            </a:extLst>
          </p:cNvPr>
          <p:cNvSpPr/>
          <p:nvPr/>
        </p:nvSpPr>
        <p:spPr>
          <a:xfrm>
            <a:off x="3318265" y="1412237"/>
            <a:ext cx="1664552" cy="22440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6119A6-D16C-1A79-4EFD-28014145E4F9}"/>
              </a:ext>
            </a:extLst>
          </p:cNvPr>
          <p:cNvSpPr txBox="1"/>
          <p:nvPr/>
        </p:nvSpPr>
        <p:spPr>
          <a:xfrm>
            <a:off x="3318265" y="1636643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 file loaded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3BA16-DDFD-61AB-778A-A0D553129DFF}"/>
              </a:ext>
            </a:extLst>
          </p:cNvPr>
          <p:cNvSpPr/>
          <p:nvPr/>
        </p:nvSpPr>
        <p:spPr>
          <a:xfrm>
            <a:off x="7406560" y="908653"/>
            <a:ext cx="2075369" cy="327903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65193-E760-A5C4-90B0-311E094781A0}"/>
              </a:ext>
            </a:extLst>
          </p:cNvPr>
          <p:cNvSpPr txBox="1"/>
          <p:nvPr/>
        </p:nvSpPr>
        <p:spPr>
          <a:xfrm>
            <a:off x="9481930" y="897979"/>
            <a:ext cx="1563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Dataframe</a:t>
            </a:r>
            <a:r>
              <a:rPr lang="en-GB" dirty="0"/>
              <a:t> view, a bit like a table or spreadsheet</a:t>
            </a:r>
          </a:p>
        </p:txBody>
      </p:sp>
    </p:spTree>
    <p:extLst>
      <p:ext uri="{BB962C8B-B14F-4D97-AF65-F5344CB8AC3E}">
        <p14:creationId xmlns:p14="http://schemas.microsoft.com/office/powerpoint/2010/main" val="1079751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57EDD6-F592-B8C1-F186-27B45B00ACF9}"/>
              </a:ext>
            </a:extLst>
          </p:cNvPr>
          <p:cNvSpPr/>
          <p:nvPr/>
        </p:nvSpPr>
        <p:spPr>
          <a:xfrm>
            <a:off x="1009353" y="517778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 = 9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656CCC8-5D5E-EED4-1E87-00481CF689F5}"/>
              </a:ext>
            </a:extLst>
          </p:cNvPr>
          <p:cNvCxnSpPr>
            <a:cxnSpLocks/>
          </p:cNvCxnSpPr>
          <p:nvPr/>
        </p:nvCxnSpPr>
        <p:spPr>
          <a:xfrm flipH="1" flipV="1">
            <a:off x="1899334" y="2696935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329C-55DB-61C4-67F0-0634AB6E9B06}"/>
              </a:ext>
            </a:extLst>
          </p:cNvPr>
          <p:cNvSpPr txBox="1"/>
          <p:nvPr/>
        </p:nvSpPr>
        <p:spPr>
          <a:xfrm>
            <a:off x="3218382" y="2513925"/>
            <a:ext cx="2035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Next free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A4886F-8BD9-8411-5EED-9CD9266A4E92}"/>
              </a:ext>
            </a:extLst>
          </p:cNvPr>
          <p:cNvSpPr/>
          <p:nvPr/>
        </p:nvSpPr>
        <p:spPr>
          <a:xfrm>
            <a:off x="1009353" y="421180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 =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84560-5BDE-3FD1-2ED9-7F6665C740FF}"/>
              </a:ext>
            </a:extLst>
          </p:cNvPr>
          <p:cNvSpPr/>
          <p:nvPr/>
        </p:nvSpPr>
        <p:spPr>
          <a:xfrm>
            <a:off x="1009352" y="324582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 = 'f'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42E12-E653-E555-BF1E-DCDEB2ED19FD}"/>
              </a:ext>
            </a:extLst>
          </p:cNvPr>
          <p:cNvSpPr/>
          <p:nvPr/>
        </p:nvSpPr>
        <p:spPr>
          <a:xfrm>
            <a:off x="1009351" y="227984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715076-88D1-C4AF-0ACF-83988C728EC2}"/>
              </a:ext>
            </a:extLst>
          </p:cNvPr>
          <p:cNvSpPr/>
          <p:nvPr/>
        </p:nvSpPr>
        <p:spPr>
          <a:xfrm>
            <a:off x="1009351" y="131386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122B81-7DCA-3711-FE56-163FB9CE31B8}"/>
              </a:ext>
            </a:extLst>
          </p:cNvPr>
          <p:cNvSpPr/>
          <p:nvPr/>
        </p:nvSpPr>
        <p:spPr>
          <a:xfrm>
            <a:off x="1010115" y="34788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54BB98-B215-3489-4886-12247C5A4483}"/>
              </a:ext>
            </a:extLst>
          </p:cNvPr>
          <p:cNvSpPr/>
          <p:nvPr/>
        </p:nvSpPr>
        <p:spPr>
          <a:xfrm>
            <a:off x="4682558" y="517778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 = 9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DF662B-5B48-B5DF-82BE-4DC8D0D2F6BD}"/>
              </a:ext>
            </a:extLst>
          </p:cNvPr>
          <p:cNvCxnSpPr>
            <a:cxnSpLocks/>
          </p:cNvCxnSpPr>
          <p:nvPr/>
        </p:nvCxnSpPr>
        <p:spPr>
          <a:xfrm flipH="1" flipV="1">
            <a:off x="5572539" y="1789161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E0CDAA-7AE1-5DD3-F078-214C11DBB836}"/>
              </a:ext>
            </a:extLst>
          </p:cNvPr>
          <p:cNvSpPr txBox="1"/>
          <p:nvPr/>
        </p:nvSpPr>
        <p:spPr>
          <a:xfrm>
            <a:off x="6891587" y="1606151"/>
            <a:ext cx="2035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Next free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D28ABD-A239-27D8-419F-08F312260FEB}"/>
              </a:ext>
            </a:extLst>
          </p:cNvPr>
          <p:cNvSpPr/>
          <p:nvPr/>
        </p:nvSpPr>
        <p:spPr>
          <a:xfrm>
            <a:off x="4682558" y="421180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 = 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460D5A-DFB7-5B46-ADF2-722E012E984A}"/>
              </a:ext>
            </a:extLst>
          </p:cNvPr>
          <p:cNvSpPr/>
          <p:nvPr/>
        </p:nvSpPr>
        <p:spPr>
          <a:xfrm>
            <a:off x="4682557" y="324582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 = 'f'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D54645-4A87-2A6C-5500-E4F0282BD5B0}"/>
              </a:ext>
            </a:extLst>
          </p:cNvPr>
          <p:cNvSpPr/>
          <p:nvPr/>
        </p:nvSpPr>
        <p:spPr>
          <a:xfrm>
            <a:off x="4682556" y="227984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 = 'g'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63D5CE-AA91-5678-117D-FB86CD3B9D85}"/>
              </a:ext>
            </a:extLst>
          </p:cNvPr>
          <p:cNvSpPr/>
          <p:nvPr/>
        </p:nvSpPr>
        <p:spPr>
          <a:xfrm>
            <a:off x="4682556" y="131386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5B5B59-6596-DF2D-966C-37C44DF4F698}"/>
              </a:ext>
            </a:extLst>
          </p:cNvPr>
          <p:cNvSpPr/>
          <p:nvPr/>
        </p:nvSpPr>
        <p:spPr>
          <a:xfrm>
            <a:off x="4683320" y="34788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E42DDE-9D05-3F5C-265F-93CC9678162A}"/>
              </a:ext>
            </a:extLst>
          </p:cNvPr>
          <p:cNvSpPr txBox="1"/>
          <p:nvPr/>
        </p:nvSpPr>
        <p:spPr>
          <a:xfrm>
            <a:off x="3438445" y="6285690"/>
            <a:ext cx="337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New item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pushed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to the stack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2717C8-71DD-42AD-9E2F-49D7E2000E0F}"/>
              </a:ext>
            </a:extLst>
          </p:cNvPr>
          <p:cNvSpPr txBox="1"/>
          <p:nvPr/>
        </p:nvSpPr>
        <p:spPr>
          <a:xfrm>
            <a:off x="174168" y="6276597"/>
            <a:ext cx="256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Example starting stack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78F865-E0A0-0191-DA72-7AE730ED336B}"/>
              </a:ext>
            </a:extLst>
          </p:cNvPr>
          <p:cNvSpPr/>
          <p:nvPr/>
        </p:nvSpPr>
        <p:spPr>
          <a:xfrm>
            <a:off x="8552192" y="517778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 = 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B482E9-E241-EC87-AE1B-CCA871705E6F}"/>
              </a:ext>
            </a:extLst>
          </p:cNvPr>
          <p:cNvSpPr/>
          <p:nvPr/>
        </p:nvSpPr>
        <p:spPr>
          <a:xfrm>
            <a:off x="8552192" y="421180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 = 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1DCFA7-4D82-1C0F-94E3-E6AAA2B3D6C3}"/>
              </a:ext>
            </a:extLst>
          </p:cNvPr>
          <p:cNvSpPr/>
          <p:nvPr/>
        </p:nvSpPr>
        <p:spPr>
          <a:xfrm>
            <a:off x="8552191" y="324582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 = 'f'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4C63F9-93BD-E195-DBAF-32A04F86147F}"/>
              </a:ext>
            </a:extLst>
          </p:cNvPr>
          <p:cNvSpPr/>
          <p:nvPr/>
        </p:nvSpPr>
        <p:spPr>
          <a:xfrm>
            <a:off x="8552190" y="227984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675882-C2DD-8681-5DBD-AC42A7EBC865}"/>
              </a:ext>
            </a:extLst>
          </p:cNvPr>
          <p:cNvSpPr/>
          <p:nvPr/>
        </p:nvSpPr>
        <p:spPr>
          <a:xfrm>
            <a:off x="8552190" y="131386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A3CAC4-FCDE-D230-4F47-5F11999F0020}"/>
              </a:ext>
            </a:extLst>
          </p:cNvPr>
          <p:cNvSpPr/>
          <p:nvPr/>
        </p:nvSpPr>
        <p:spPr>
          <a:xfrm>
            <a:off x="8552954" y="347888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DE2F96-9181-CDA3-20CE-85D00459D721}"/>
              </a:ext>
            </a:extLst>
          </p:cNvPr>
          <p:cNvSpPr txBox="1"/>
          <p:nvPr/>
        </p:nvSpPr>
        <p:spPr>
          <a:xfrm>
            <a:off x="7308079" y="6285690"/>
            <a:ext cx="337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Top item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popped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from the stack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320BA9-0AD2-103E-4AE1-219FF2336E67}"/>
              </a:ext>
            </a:extLst>
          </p:cNvPr>
          <p:cNvCxnSpPr>
            <a:cxnSpLocks/>
          </p:cNvCxnSpPr>
          <p:nvPr/>
        </p:nvCxnSpPr>
        <p:spPr>
          <a:xfrm flipH="1" flipV="1">
            <a:off x="9442173" y="2706045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AE9E432-682D-7474-1E0D-9964530E3F1F}"/>
              </a:ext>
            </a:extLst>
          </p:cNvPr>
          <p:cNvSpPr txBox="1"/>
          <p:nvPr/>
        </p:nvSpPr>
        <p:spPr>
          <a:xfrm>
            <a:off x="10761221" y="2523035"/>
            <a:ext cx="1124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Next free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8358C4-E377-A9F7-435C-E858E738049F}"/>
              </a:ext>
            </a:extLst>
          </p:cNvPr>
          <p:cNvSpPr txBox="1"/>
          <p:nvPr/>
        </p:nvSpPr>
        <p:spPr>
          <a:xfrm>
            <a:off x="672609" y="5476112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AAB949-AD06-837D-774C-9FD90FC57CC8}"/>
              </a:ext>
            </a:extLst>
          </p:cNvPr>
          <p:cNvSpPr txBox="1"/>
          <p:nvPr/>
        </p:nvSpPr>
        <p:spPr>
          <a:xfrm>
            <a:off x="672609" y="4510132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34C7F9-5925-BBAE-5747-F69455F85666}"/>
              </a:ext>
            </a:extLst>
          </p:cNvPr>
          <p:cNvSpPr txBox="1"/>
          <p:nvPr/>
        </p:nvSpPr>
        <p:spPr>
          <a:xfrm>
            <a:off x="662134" y="3544152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5C76E6-7F4D-FF88-F5BA-E43778298829}"/>
              </a:ext>
            </a:extLst>
          </p:cNvPr>
          <p:cNvSpPr txBox="1"/>
          <p:nvPr/>
        </p:nvSpPr>
        <p:spPr>
          <a:xfrm>
            <a:off x="662134" y="2578172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A00CB6-6EF9-BD06-E13E-271C022CDAA2}"/>
              </a:ext>
            </a:extLst>
          </p:cNvPr>
          <p:cNvSpPr txBox="1"/>
          <p:nvPr/>
        </p:nvSpPr>
        <p:spPr>
          <a:xfrm>
            <a:off x="662134" y="1612192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100BE9-7BE1-2C9F-92AF-74336A0E7300}"/>
              </a:ext>
            </a:extLst>
          </p:cNvPr>
          <p:cNvSpPr txBox="1"/>
          <p:nvPr/>
        </p:nvSpPr>
        <p:spPr>
          <a:xfrm>
            <a:off x="662134" y="646212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C64DF3-54E3-4023-9762-D6396CD9C2A8}"/>
              </a:ext>
            </a:extLst>
          </p:cNvPr>
          <p:cNvSpPr txBox="1"/>
          <p:nvPr/>
        </p:nvSpPr>
        <p:spPr>
          <a:xfrm>
            <a:off x="-52881" y="-10284"/>
            <a:ext cx="106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AD0684-4900-8B2B-A9A5-1F78E149C41E}"/>
              </a:ext>
            </a:extLst>
          </p:cNvPr>
          <p:cNvSpPr txBox="1"/>
          <p:nvPr/>
        </p:nvSpPr>
        <p:spPr>
          <a:xfrm>
            <a:off x="940577" y="-24824"/>
            <a:ext cx="2552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 at that address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A52EC2-0B89-FE37-3C28-1F51AA801B7E}"/>
              </a:ext>
            </a:extLst>
          </p:cNvPr>
          <p:cNvSpPr txBox="1"/>
          <p:nvPr/>
        </p:nvSpPr>
        <p:spPr>
          <a:xfrm>
            <a:off x="4340577" y="5487131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02F3D3-6158-182A-F6BA-01DE28CF36B0}"/>
              </a:ext>
            </a:extLst>
          </p:cNvPr>
          <p:cNvSpPr txBox="1"/>
          <p:nvPr/>
        </p:nvSpPr>
        <p:spPr>
          <a:xfrm>
            <a:off x="4340577" y="4521151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5FB6AE-47EF-CB7E-ED08-E622B0F60CFA}"/>
              </a:ext>
            </a:extLst>
          </p:cNvPr>
          <p:cNvSpPr txBox="1"/>
          <p:nvPr/>
        </p:nvSpPr>
        <p:spPr>
          <a:xfrm>
            <a:off x="4330102" y="3555171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7785C3-92DE-A19B-B005-1C9492B9A373}"/>
              </a:ext>
            </a:extLst>
          </p:cNvPr>
          <p:cNvSpPr txBox="1"/>
          <p:nvPr/>
        </p:nvSpPr>
        <p:spPr>
          <a:xfrm>
            <a:off x="4330102" y="2589191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DBA4CE-D93A-226A-DE8A-8E10F8617F24}"/>
              </a:ext>
            </a:extLst>
          </p:cNvPr>
          <p:cNvSpPr txBox="1"/>
          <p:nvPr/>
        </p:nvSpPr>
        <p:spPr>
          <a:xfrm>
            <a:off x="4330102" y="1623211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937D83-5148-FAC2-5579-FDAAAF925868}"/>
              </a:ext>
            </a:extLst>
          </p:cNvPr>
          <p:cNvSpPr txBox="1"/>
          <p:nvPr/>
        </p:nvSpPr>
        <p:spPr>
          <a:xfrm>
            <a:off x="4330102" y="657231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1684BC-26BC-18AC-2FC3-C68CFE8972B9}"/>
              </a:ext>
            </a:extLst>
          </p:cNvPr>
          <p:cNvSpPr txBox="1"/>
          <p:nvPr/>
        </p:nvSpPr>
        <p:spPr>
          <a:xfrm>
            <a:off x="8220304" y="5468415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4703F0-E827-4853-8D6B-324EE7C1E966}"/>
              </a:ext>
            </a:extLst>
          </p:cNvPr>
          <p:cNvSpPr txBox="1"/>
          <p:nvPr/>
        </p:nvSpPr>
        <p:spPr>
          <a:xfrm>
            <a:off x="8220304" y="4502435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3239DF-F6D0-6843-9C62-70FB8A3D45E0}"/>
              </a:ext>
            </a:extLst>
          </p:cNvPr>
          <p:cNvSpPr txBox="1"/>
          <p:nvPr/>
        </p:nvSpPr>
        <p:spPr>
          <a:xfrm>
            <a:off x="8209829" y="3536455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61B37D-C18F-561C-2C03-CE0666E1D0F0}"/>
              </a:ext>
            </a:extLst>
          </p:cNvPr>
          <p:cNvSpPr txBox="1"/>
          <p:nvPr/>
        </p:nvSpPr>
        <p:spPr>
          <a:xfrm>
            <a:off x="8209829" y="2570475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6C40AC-E9D0-9EF2-4A69-D75EA38ECAEE}"/>
              </a:ext>
            </a:extLst>
          </p:cNvPr>
          <p:cNvSpPr txBox="1"/>
          <p:nvPr/>
        </p:nvSpPr>
        <p:spPr>
          <a:xfrm>
            <a:off x="8209829" y="1604495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E38907-CEA6-5F23-9DFC-E5BC8BAF1669}"/>
              </a:ext>
            </a:extLst>
          </p:cNvPr>
          <p:cNvSpPr txBox="1"/>
          <p:nvPr/>
        </p:nvSpPr>
        <p:spPr>
          <a:xfrm>
            <a:off x="8209829" y="638515"/>
            <a:ext cx="3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29081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395F6E-50E6-2B90-BA73-B4891AAF6331}"/>
              </a:ext>
            </a:extLst>
          </p:cNvPr>
          <p:cNvSpPr/>
          <p:nvPr/>
        </p:nvSpPr>
        <p:spPr>
          <a:xfrm>
            <a:off x="2156428" y="164660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[0,1,2]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61132-FEAF-EF89-BE17-B524FC5A7ACE}"/>
              </a:ext>
            </a:extLst>
          </p:cNvPr>
          <p:cNvSpPr/>
          <p:nvPr/>
        </p:nvSpPr>
        <p:spPr>
          <a:xfrm>
            <a:off x="3046411" y="164660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[3,4,5]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13B11-BADE-8F1E-4B45-8B0BD6F09A86}"/>
              </a:ext>
            </a:extLst>
          </p:cNvPr>
          <p:cNvSpPr/>
          <p:nvPr/>
        </p:nvSpPr>
        <p:spPr>
          <a:xfrm>
            <a:off x="3936394" y="164660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[6,7,8]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00468-0130-36AD-7638-B15CCD89C0B9}"/>
              </a:ext>
            </a:extLst>
          </p:cNvPr>
          <p:cNvSpPr txBox="1"/>
          <p:nvPr/>
        </p:nvSpPr>
        <p:spPr>
          <a:xfrm>
            <a:off x="1400293" y="1944925"/>
            <a:ext cx="88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901EC1-236B-C696-265D-AF7BE7C1EEA4}"/>
              </a:ext>
            </a:extLst>
          </p:cNvPr>
          <p:cNvSpPr/>
          <p:nvPr/>
        </p:nvSpPr>
        <p:spPr>
          <a:xfrm>
            <a:off x="2156428" y="317060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0BDA70-4D62-7D53-755A-CE0A7BCEA09E}"/>
              </a:ext>
            </a:extLst>
          </p:cNvPr>
          <p:cNvSpPr/>
          <p:nvPr/>
        </p:nvSpPr>
        <p:spPr>
          <a:xfrm>
            <a:off x="3046411" y="317060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C5634D-A0B1-5660-F6C3-1CEEAFD6C805}"/>
              </a:ext>
            </a:extLst>
          </p:cNvPr>
          <p:cNvSpPr/>
          <p:nvPr/>
        </p:nvSpPr>
        <p:spPr>
          <a:xfrm>
            <a:off x="3936394" y="317060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FF3CB-481F-B43C-8FEE-383A57FDCE5D}"/>
              </a:ext>
            </a:extLst>
          </p:cNvPr>
          <p:cNvSpPr txBox="1"/>
          <p:nvPr/>
        </p:nvSpPr>
        <p:spPr>
          <a:xfrm>
            <a:off x="1400293" y="3468925"/>
            <a:ext cx="88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169610-D96F-72FD-2F73-1317791AADAB}"/>
              </a:ext>
            </a:extLst>
          </p:cNvPr>
          <p:cNvCxnSpPr>
            <a:cxnSpLocks/>
          </p:cNvCxnSpPr>
          <p:nvPr/>
        </p:nvCxnSpPr>
        <p:spPr>
          <a:xfrm rot="16200000">
            <a:off x="1941896" y="2993239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DF6408-04E0-06F5-A67D-F37D07DD4249}"/>
              </a:ext>
            </a:extLst>
          </p:cNvPr>
          <p:cNvCxnSpPr>
            <a:cxnSpLocks/>
          </p:cNvCxnSpPr>
          <p:nvPr/>
        </p:nvCxnSpPr>
        <p:spPr>
          <a:xfrm rot="16200000">
            <a:off x="2831878" y="2993239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EBC7C8-13AD-DD0E-2AF9-C9546F2B553E}"/>
              </a:ext>
            </a:extLst>
          </p:cNvPr>
          <p:cNvCxnSpPr>
            <a:cxnSpLocks/>
          </p:cNvCxnSpPr>
          <p:nvPr/>
        </p:nvCxnSpPr>
        <p:spPr>
          <a:xfrm rot="16200000">
            <a:off x="3721859" y="2993239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74EE6CA-C94F-09BD-0D0F-200DA7F46D15}"/>
              </a:ext>
            </a:extLst>
          </p:cNvPr>
          <p:cNvSpPr txBox="1"/>
          <p:nvPr/>
        </p:nvSpPr>
        <p:spPr>
          <a:xfrm>
            <a:off x="4380555" y="2670900"/>
            <a:ext cx="507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Rather than actually copying the data, items in b just point to the original items in a</a:t>
            </a:r>
          </a:p>
        </p:txBody>
      </p:sp>
    </p:spTree>
    <p:extLst>
      <p:ext uri="{BB962C8B-B14F-4D97-AF65-F5344CB8AC3E}">
        <p14:creationId xmlns:p14="http://schemas.microsoft.com/office/powerpoint/2010/main" val="794172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1463D65-F0EF-78C1-5B53-F5BB6F7B5ADC}"/>
              </a:ext>
            </a:extLst>
          </p:cNvPr>
          <p:cNvSpPr txBox="1"/>
          <p:nvPr/>
        </p:nvSpPr>
        <p:spPr>
          <a:xfrm>
            <a:off x="1482322" y="2761344"/>
            <a:ext cx="2422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a.append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([9, 10, 11])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AEDDA1-D9CB-2A5A-4E2F-F5E8EA40EC8C}"/>
              </a:ext>
            </a:extLst>
          </p:cNvPr>
          <p:cNvSpPr/>
          <p:nvPr/>
        </p:nvSpPr>
        <p:spPr>
          <a:xfrm>
            <a:off x="3904884" y="246302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</a:t>
            </a:r>
            <a:r>
              <a:rPr lang="en-GB" dirty="0">
                <a:solidFill>
                  <a:srgbClr val="C00000"/>
                </a:solidFill>
              </a:rPr>
              <a:t>1</a:t>
            </a:r>
            <a:r>
              <a:rPr lang="en-GB" dirty="0">
                <a:solidFill>
                  <a:schemeClr val="tx1"/>
                </a:solidFill>
              </a:rPr>
              <a:t>,1,2]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B48CBD-6BE8-1C96-2A1A-98822B4CAAA9}"/>
              </a:ext>
            </a:extLst>
          </p:cNvPr>
          <p:cNvSpPr/>
          <p:nvPr/>
        </p:nvSpPr>
        <p:spPr>
          <a:xfrm>
            <a:off x="4794867" y="246302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[3,4,5]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356DE1-7210-F0A4-75CF-9181A6A080BB}"/>
              </a:ext>
            </a:extLst>
          </p:cNvPr>
          <p:cNvSpPr/>
          <p:nvPr/>
        </p:nvSpPr>
        <p:spPr>
          <a:xfrm>
            <a:off x="5684850" y="246302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[6,7,8]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34537C-8B95-74D7-6CA4-FBBEA184EC7E}"/>
              </a:ext>
            </a:extLst>
          </p:cNvPr>
          <p:cNvSpPr/>
          <p:nvPr/>
        </p:nvSpPr>
        <p:spPr>
          <a:xfrm>
            <a:off x="6574833" y="246302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[9,10, 11]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C1E7FD-632B-40EF-BB9C-DAF358D9837E}"/>
              </a:ext>
            </a:extLst>
          </p:cNvPr>
          <p:cNvSpPr/>
          <p:nvPr/>
        </p:nvSpPr>
        <p:spPr>
          <a:xfrm>
            <a:off x="3904884" y="3966734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C5281-96ED-B0A0-06F7-FCE2ACC6261D}"/>
              </a:ext>
            </a:extLst>
          </p:cNvPr>
          <p:cNvSpPr/>
          <p:nvPr/>
        </p:nvSpPr>
        <p:spPr>
          <a:xfrm>
            <a:off x="4794867" y="3966734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C054D1-C4C9-5043-696C-D96A0DBF78D9}"/>
              </a:ext>
            </a:extLst>
          </p:cNvPr>
          <p:cNvSpPr/>
          <p:nvPr/>
        </p:nvSpPr>
        <p:spPr>
          <a:xfrm>
            <a:off x="5684850" y="3966734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8E2DB-4505-AE1E-EE6D-6576EDC9B438}"/>
              </a:ext>
            </a:extLst>
          </p:cNvPr>
          <p:cNvSpPr txBox="1"/>
          <p:nvPr/>
        </p:nvSpPr>
        <p:spPr>
          <a:xfrm>
            <a:off x="3148749" y="4265058"/>
            <a:ext cx="88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D51337-700E-537E-0066-E1F9D693F921}"/>
              </a:ext>
            </a:extLst>
          </p:cNvPr>
          <p:cNvCxnSpPr>
            <a:cxnSpLocks/>
          </p:cNvCxnSpPr>
          <p:nvPr/>
        </p:nvCxnSpPr>
        <p:spPr>
          <a:xfrm rot="16200000">
            <a:off x="3690352" y="3789372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3CA4FB-1723-BD99-70AF-98C0223FA634}"/>
              </a:ext>
            </a:extLst>
          </p:cNvPr>
          <p:cNvCxnSpPr>
            <a:cxnSpLocks/>
          </p:cNvCxnSpPr>
          <p:nvPr/>
        </p:nvCxnSpPr>
        <p:spPr>
          <a:xfrm rot="16200000">
            <a:off x="4580334" y="3789372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B4D185-24B0-8513-57EA-942934466508}"/>
              </a:ext>
            </a:extLst>
          </p:cNvPr>
          <p:cNvCxnSpPr>
            <a:cxnSpLocks/>
          </p:cNvCxnSpPr>
          <p:nvPr/>
        </p:nvCxnSpPr>
        <p:spPr>
          <a:xfrm rot="16200000">
            <a:off x="5470315" y="3789372"/>
            <a:ext cx="1319048" cy="1656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13D5FE-46E0-EBEB-63FA-A7A779E2540D}"/>
              </a:ext>
            </a:extLst>
          </p:cNvPr>
          <p:cNvSpPr txBox="1"/>
          <p:nvPr/>
        </p:nvSpPr>
        <p:spPr>
          <a:xfrm>
            <a:off x="6242486" y="3519039"/>
            <a:ext cx="5079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Changing an item in a means b is automatically updated, but adding an item to a doesn’t automatically add it to b</a:t>
            </a:r>
          </a:p>
        </p:txBody>
      </p:sp>
    </p:spTree>
    <p:extLst>
      <p:ext uri="{BB962C8B-B14F-4D97-AF65-F5344CB8AC3E}">
        <p14:creationId xmlns:p14="http://schemas.microsoft.com/office/powerpoint/2010/main" val="520640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7F6137-1B94-48D8-2823-96A81954458D}"/>
              </a:ext>
            </a:extLst>
          </p:cNvPr>
          <p:cNvSpPr/>
          <p:nvPr/>
        </p:nvSpPr>
        <p:spPr>
          <a:xfrm>
            <a:off x="790622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90C50-7C63-71B9-38D4-CF7F1B0EA5D6}"/>
              </a:ext>
            </a:extLst>
          </p:cNvPr>
          <p:cNvSpPr/>
          <p:nvPr/>
        </p:nvSpPr>
        <p:spPr>
          <a:xfrm>
            <a:off x="1680605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01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A0A75B-A9B7-3B59-9A1D-158766F0157E}"/>
              </a:ext>
            </a:extLst>
          </p:cNvPr>
          <p:cNvSpPr/>
          <p:nvPr/>
        </p:nvSpPr>
        <p:spPr>
          <a:xfrm>
            <a:off x="2570588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02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B31F0F-6996-F329-02E7-D101C8902EB1}"/>
              </a:ext>
            </a:extLst>
          </p:cNvPr>
          <p:cNvSpPr/>
          <p:nvPr/>
        </p:nvSpPr>
        <p:spPr>
          <a:xfrm>
            <a:off x="3460571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03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72F71-2259-46A1-60AD-AA4CDAEC946D}"/>
              </a:ext>
            </a:extLst>
          </p:cNvPr>
          <p:cNvSpPr/>
          <p:nvPr/>
        </p:nvSpPr>
        <p:spPr>
          <a:xfrm>
            <a:off x="4350554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04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929731-C551-B226-51FB-13D00BB00491}"/>
              </a:ext>
            </a:extLst>
          </p:cNvPr>
          <p:cNvSpPr/>
          <p:nvPr/>
        </p:nvSpPr>
        <p:spPr>
          <a:xfrm>
            <a:off x="5240537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05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721C7A-E63B-AE5D-24B5-356D5F748AE5}"/>
              </a:ext>
            </a:extLst>
          </p:cNvPr>
          <p:cNvSpPr/>
          <p:nvPr/>
        </p:nvSpPr>
        <p:spPr>
          <a:xfrm>
            <a:off x="790622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8A5487-7DD1-801B-CCB5-8A701CFA2FEC}"/>
              </a:ext>
            </a:extLst>
          </p:cNvPr>
          <p:cNvSpPr/>
          <p:nvPr/>
        </p:nvSpPr>
        <p:spPr>
          <a:xfrm>
            <a:off x="1680605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11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DCFA3E-5045-3A42-5C90-788FF3873C7D}"/>
              </a:ext>
            </a:extLst>
          </p:cNvPr>
          <p:cNvSpPr/>
          <p:nvPr/>
        </p:nvSpPr>
        <p:spPr>
          <a:xfrm>
            <a:off x="2570588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12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3D8A48-5702-2FCB-1666-DAAF209A4226}"/>
              </a:ext>
            </a:extLst>
          </p:cNvPr>
          <p:cNvSpPr/>
          <p:nvPr/>
        </p:nvSpPr>
        <p:spPr>
          <a:xfrm>
            <a:off x="3460571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13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227C64-9768-8EC2-3A3D-F2E31B5357F9}"/>
              </a:ext>
            </a:extLst>
          </p:cNvPr>
          <p:cNvSpPr/>
          <p:nvPr/>
        </p:nvSpPr>
        <p:spPr>
          <a:xfrm>
            <a:off x="4350554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14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C2800A-BFEE-7BCF-548D-33D8C73741AE}"/>
              </a:ext>
            </a:extLst>
          </p:cNvPr>
          <p:cNvSpPr/>
          <p:nvPr/>
        </p:nvSpPr>
        <p:spPr>
          <a:xfrm>
            <a:off x="5240537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15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D5CC2B-A400-67C2-D507-64B56372AC0F}"/>
              </a:ext>
            </a:extLst>
          </p:cNvPr>
          <p:cNvSpPr/>
          <p:nvPr/>
        </p:nvSpPr>
        <p:spPr>
          <a:xfrm>
            <a:off x="790622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73015C-B4B9-8C52-7DAA-10A8D7E2BA2E}"/>
              </a:ext>
            </a:extLst>
          </p:cNvPr>
          <p:cNvSpPr/>
          <p:nvPr/>
        </p:nvSpPr>
        <p:spPr>
          <a:xfrm>
            <a:off x="1680605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21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E0086F-50A8-418E-8123-0ECA974963A5}"/>
              </a:ext>
            </a:extLst>
          </p:cNvPr>
          <p:cNvSpPr/>
          <p:nvPr/>
        </p:nvSpPr>
        <p:spPr>
          <a:xfrm>
            <a:off x="2570588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22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FA3946-208D-AEC3-3D31-CB2A7521DC5B}"/>
              </a:ext>
            </a:extLst>
          </p:cNvPr>
          <p:cNvSpPr/>
          <p:nvPr/>
        </p:nvSpPr>
        <p:spPr>
          <a:xfrm>
            <a:off x="3460571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23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0D16EC-A560-94DD-A070-352125BED905}"/>
              </a:ext>
            </a:extLst>
          </p:cNvPr>
          <p:cNvSpPr/>
          <p:nvPr/>
        </p:nvSpPr>
        <p:spPr>
          <a:xfrm>
            <a:off x="4350554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24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19B8AA-1DD7-50CE-775B-2739B0B87EAB}"/>
              </a:ext>
            </a:extLst>
          </p:cNvPr>
          <p:cNvSpPr/>
          <p:nvPr/>
        </p:nvSpPr>
        <p:spPr>
          <a:xfrm>
            <a:off x="5240537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25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6B870B-FA58-1170-73B8-FC30235C1C7B}"/>
              </a:ext>
            </a:extLst>
          </p:cNvPr>
          <p:cNvSpPr txBox="1"/>
          <p:nvPr/>
        </p:nvSpPr>
        <p:spPr>
          <a:xfrm>
            <a:off x="494437" y="763937"/>
            <a:ext cx="207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 number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635BA3-DEF5-4034-0461-36F8E89C9265}"/>
              </a:ext>
            </a:extLst>
          </p:cNvPr>
          <p:cNvSpPr txBox="1"/>
          <p:nvPr/>
        </p:nvSpPr>
        <p:spPr>
          <a:xfrm>
            <a:off x="2045046" y="763937"/>
            <a:ext cx="319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Name of student in that seat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A02D7E-8DB7-FA5E-3B5A-CB9161905F8D}"/>
              </a:ext>
            </a:extLst>
          </p:cNvPr>
          <p:cNvSpPr/>
          <p:nvPr/>
        </p:nvSpPr>
        <p:spPr>
          <a:xfrm>
            <a:off x="6667961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06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28AFB4-9C91-9973-6CBC-778005B8E8E9}"/>
              </a:ext>
            </a:extLst>
          </p:cNvPr>
          <p:cNvSpPr/>
          <p:nvPr/>
        </p:nvSpPr>
        <p:spPr>
          <a:xfrm>
            <a:off x="7557944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07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2DB5FD-7E32-877C-4E4D-BF8EFEBD14BD}"/>
              </a:ext>
            </a:extLst>
          </p:cNvPr>
          <p:cNvSpPr/>
          <p:nvPr/>
        </p:nvSpPr>
        <p:spPr>
          <a:xfrm>
            <a:off x="8447927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08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1DA02E-F327-6859-B221-A6E3D2BBB37F}"/>
              </a:ext>
            </a:extLst>
          </p:cNvPr>
          <p:cNvSpPr/>
          <p:nvPr/>
        </p:nvSpPr>
        <p:spPr>
          <a:xfrm>
            <a:off x="9337910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09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94A36B-21CA-7285-FF10-18B56AF882F4}"/>
              </a:ext>
            </a:extLst>
          </p:cNvPr>
          <p:cNvSpPr/>
          <p:nvPr/>
        </p:nvSpPr>
        <p:spPr>
          <a:xfrm>
            <a:off x="10227893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010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7B0F98-492D-B094-81A6-FE5468261A94}"/>
              </a:ext>
            </a:extLst>
          </p:cNvPr>
          <p:cNvSpPr/>
          <p:nvPr/>
        </p:nvSpPr>
        <p:spPr>
          <a:xfrm>
            <a:off x="11117876" y="4178769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011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E8A021C-EF39-1BF2-73E4-9101FD7682F0}"/>
              </a:ext>
            </a:extLst>
          </p:cNvPr>
          <p:cNvSpPr/>
          <p:nvPr/>
        </p:nvSpPr>
        <p:spPr>
          <a:xfrm>
            <a:off x="6667961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16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8093762-B9FE-F989-B833-B1EFFC2BF6CC}"/>
              </a:ext>
            </a:extLst>
          </p:cNvPr>
          <p:cNvSpPr/>
          <p:nvPr/>
        </p:nvSpPr>
        <p:spPr>
          <a:xfrm>
            <a:off x="7557944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17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E10FAE-2F96-4121-5A66-A53BF575C032}"/>
              </a:ext>
            </a:extLst>
          </p:cNvPr>
          <p:cNvSpPr/>
          <p:nvPr/>
        </p:nvSpPr>
        <p:spPr>
          <a:xfrm>
            <a:off x="8447927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18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C2F752-EAAC-8820-F8D8-1A5BCFE5FE0D}"/>
              </a:ext>
            </a:extLst>
          </p:cNvPr>
          <p:cNvSpPr/>
          <p:nvPr/>
        </p:nvSpPr>
        <p:spPr>
          <a:xfrm>
            <a:off x="9337910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19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CC78927-E3F2-6E07-2F0A-FB1DEACFA404}"/>
              </a:ext>
            </a:extLst>
          </p:cNvPr>
          <p:cNvSpPr/>
          <p:nvPr/>
        </p:nvSpPr>
        <p:spPr>
          <a:xfrm>
            <a:off x="10227893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110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7F4379-B8D2-3F10-0866-F436ACE742E3}"/>
              </a:ext>
            </a:extLst>
          </p:cNvPr>
          <p:cNvSpPr/>
          <p:nvPr/>
        </p:nvSpPr>
        <p:spPr>
          <a:xfrm>
            <a:off x="11117876" y="2946010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111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B363EBD-D43A-40CB-0F45-FDEEC71668C4}"/>
              </a:ext>
            </a:extLst>
          </p:cNvPr>
          <p:cNvSpPr/>
          <p:nvPr/>
        </p:nvSpPr>
        <p:spPr>
          <a:xfrm>
            <a:off x="6667961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26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9B363A1-0BFB-CA5C-0493-B157F8F4FA42}"/>
              </a:ext>
            </a:extLst>
          </p:cNvPr>
          <p:cNvSpPr/>
          <p:nvPr/>
        </p:nvSpPr>
        <p:spPr>
          <a:xfrm>
            <a:off x="7557944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27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AF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658A68-71A2-BE22-EC7E-39B265D05A31}"/>
              </a:ext>
            </a:extLst>
          </p:cNvPr>
          <p:cNvSpPr/>
          <p:nvPr/>
        </p:nvSpPr>
        <p:spPr>
          <a:xfrm>
            <a:off x="8447927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28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652B365-40CA-E920-599E-FD058C84B675}"/>
              </a:ext>
            </a:extLst>
          </p:cNvPr>
          <p:cNvSpPr/>
          <p:nvPr/>
        </p:nvSpPr>
        <p:spPr>
          <a:xfrm>
            <a:off x="9337910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29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2B2642-1295-0B63-706D-5A741AC3D28F}"/>
              </a:ext>
            </a:extLst>
          </p:cNvPr>
          <p:cNvSpPr/>
          <p:nvPr/>
        </p:nvSpPr>
        <p:spPr>
          <a:xfrm>
            <a:off x="10227893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210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AI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81EDCD1-585E-4437-EDD6-24281C69ADEC}"/>
              </a:ext>
            </a:extLst>
          </p:cNvPr>
          <p:cNvSpPr/>
          <p:nvPr/>
        </p:nvSpPr>
        <p:spPr>
          <a:xfrm>
            <a:off x="11117876" y="1713251"/>
            <a:ext cx="889983" cy="96598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211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AK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36F5C1-E7B1-FCA0-92DB-327FFCA1B84D}"/>
              </a:ext>
            </a:extLst>
          </p:cNvPr>
          <p:cNvSpPr/>
          <p:nvPr/>
        </p:nvSpPr>
        <p:spPr>
          <a:xfrm>
            <a:off x="543339" y="1230260"/>
            <a:ext cx="5777948" cy="543261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62" name="Graphic 61" descr="User outline">
            <a:extLst>
              <a:ext uri="{FF2B5EF4-FFF2-40B4-BE49-F238E27FC236}">
                <a16:creationId xmlns:a16="http://schemas.microsoft.com/office/drawing/2014/main" id="{82985532-61BA-1972-C2B5-27B2957BD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5113" y="5627740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E9CEA23-F3FD-6A87-5B1E-DB077D5F6268}"/>
              </a:ext>
            </a:extLst>
          </p:cNvPr>
          <p:cNvSpPr txBox="1"/>
          <p:nvPr/>
        </p:nvSpPr>
        <p:spPr>
          <a:xfrm>
            <a:off x="1862825" y="1266658"/>
            <a:ext cx="319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Lecture theatre 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F545E33-1FDB-F9D8-3897-859E4E53A9BE}"/>
              </a:ext>
            </a:extLst>
          </p:cNvPr>
          <p:cNvSpPr/>
          <p:nvPr/>
        </p:nvSpPr>
        <p:spPr>
          <a:xfrm>
            <a:off x="6448936" y="1230260"/>
            <a:ext cx="5777948" cy="543261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C800CC-0698-A541-479A-159EBFBDEDEA}"/>
              </a:ext>
            </a:extLst>
          </p:cNvPr>
          <p:cNvSpPr txBox="1"/>
          <p:nvPr/>
        </p:nvSpPr>
        <p:spPr>
          <a:xfrm>
            <a:off x="7768422" y="1266658"/>
            <a:ext cx="319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Lecture theatre B</a:t>
            </a:r>
          </a:p>
        </p:txBody>
      </p:sp>
      <p:pic>
        <p:nvPicPr>
          <p:cNvPr id="66" name="Graphic 65" descr="User outline">
            <a:extLst>
              <a:ext uri="{FF2B5EF4-FFF2-40B4-BE49-F238E27FC236}">
                <a16:creationId xmlns:a16="http://schemas.microsoft.com/office/drawing/2014/main" id="{FF73E8A0-73FC-E116-6A1D-C7437878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8501" y="5627740"/>
            <a:ext cx="914400" cy="914400"/>
          </a:xfrm>
          <a:prstGeom prst="rect">
            <a:avLst/>
          </a:prstGeom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F00080A-1960-5FAB-9AE3-1C412CD66687}"/>
              </a:ext>
            </a:extLst>
          </p:cNvPr>
          <p:cNvCxnSpPr>
            <a:cxnSpLocks/>
          </p:cNvCxnSpPr>
          <p:nvPr/>
        </p:nvCxnSpPr>
        <p:spPr>
          <a:xfrm flipH="1" flipV="1">
            <a:off x="2272748" y="3703983"/>
            <a:ext cx="1159565" cy="1923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C27757F-14D1-35CB-7EA7-5BA861371F7C}"/>
              </a:ext>
            </a:extLst>
          </p:cNvPr>
          <p:cNvSpPr txBox="1"/>
          <p:nvPr/>
        </p:nvSpPr>
        <p:spPr>
          <a:xfrm>
            <a:off x="3582276" y="5217513"/>
            <a:ext cx="2802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Lecturer pointing at a seat (11). Student H is in this seat</a:t>
            </a:r>
          </a:p>
        </p:txBody>
      </p:sp>
    </p:spTree>
    <p:extLst>
      <p:ext uri="{BB962C8B-B14F-4D97-AF65-F5344CB8AC3E}">
        <p14:creationId xmlns:p14="http://schemas.microsoft.com/office/powerpoint/2010/main" val="1420435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18FBEF-7701-17E9-64F2-A98F4906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14" y="0"/>
            <a:ext cx="895317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4AFD4F-D638-9AC6-6E7C-16DBB195A9E6}"/>
              </a:ext>
            </a:extLst>
          </p:cNvPr>
          <p:cNvSpPr/>
          <p:nvPr/>
        </p:nvSpPr>
        <p:spPr>
          <a:xfrm>
            <a:off x="8033227" y="6659217"/>
            <a:ext cx="357808" cy="1987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46B2E-9A19-E7F2-1485-D0B35A6F667D}"/>
              </a:ext>
            </a:extLst>
          </p:cNvPr>
          <p:cNvSpPr txBox="1"/>
          <p:nvPr/>
        </p:nvSpPr>
        <p:spPr>
          <a:xfrm>
            <a:off x="6733809" y="5859191"/>
            <a:ext cx="2956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Click to change line endings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1A7A0A-A34A-EB2D-F847-42A8CE57EC81}"/>
              </a:ext>
            </a:extLst>
          </p:cNvPr>
          <p:cNvCxnSpPr>
            <a:cxnSpLocks/>
          </p:cNvCxnSpPr>
          <p:nvPr/>
        </p:nvCxnSpPr>
        <p:spPr>
          <a:xfrm>
            <a:off x="8202119" y="6228523"/>
            <a:ext cx="0" cy="43069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089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FE20BAC-E00A-C250-F93C-7FFD9ECA57B9}"/>
              </a:ext>
            </a:extLst>
          </p:cNvPr>
          <p:cNvSpPr txBox="1"/>
          <p:nvPr/>
        </p:nvSpPr>
        <p:spPr>
          <a:xfrm>
            <a:off x="5645427" y="4905386"/>
            <a:ext cx="700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2FFEC19C-A923-212D-F474-FCD66B91F70D}"/>
              </a:ext>
            </a:extLst>
          </p:cNvPr>
          <p:cNvSpPr/>
          <p:nvPr/>
        </p:nvSpPr>
        <p:spPr>
          <a:xfrm>
            <a:off x="4900559" y="-311426"/>
            <a:ext cx="1590261" cy="646331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20" name="Flowchart: Data 19">
            <a:extLst>
              <a:ext uri="{FF2B5EF4-FFF2-40B4-BE49-F238E27FC236}">
                <a16:creationId xmlns:a16="http://schemas.microsoft.com/office/drawing/2014/main" id="{235CC85F-FD46-2AA2-DAB5-C2EB4371AF29}"/>
              </a:ext>
            </a:extLst>
          </p:cNvPr>
          <p:cNvSpPr/>
          <p:nvPr/>
        </p:nvSpPr>
        <p:spPr>
          <a:xfrm>
            <a:off x="4638828" y="840524"/>
            <a:ext cx="2113722" cy="563804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Load data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31FEA6B7-380B-5977-25E4-E493815988E8}"/>
              </a:ext>
            </a:extLst>
          </p:cNvPr>
          <p:cNvSpPr/>
          <p:nvPr/>
        </p:nvSpPr>
        <p:spPr>
          <a:xfrm>
            <a:off x="4638828" y="1909947"/>
            <a:ext cx="2113722" cy="66765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Filter to remove outliers</a:t>
            </a:r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0DAC4E21-8DAD-13B4-891A-018811F9FA03}"/>
              </a:ext>
            </a:extLst>
          </p:cNvPr>
          <p:cNvSpPr/>
          <p:nvPr/>
        </p:nvSpPr>
        <p:spPr>
          <a:xfrm>
            <a:off x="4423405" y="3083222"/>
            <a:ext cx="2544567" cy="1857668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Are &gt;200 records available?</a:t>
            </a:r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8AF0B7D3-FCB4-1D88-8EBA-32638EAD44EC}"/>
              </a:ext>
            </a:extLst>
          </p:cNvPr>
          <p:cNvSpPr/>
          <p:nvPr/>
        </p:nvSpPr>
        <p:spPr>
          <a:xfrm>
            <a:off x="4698462" y="5446509"/>
            <a:ext cx="2113722" cy="66765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Calculate sum of squares</a:t>
            </a:r>
          </a:p>
        </p:txBody>
      </p:sp>
      <p:sp>
        <p:nvSpPr>
          <p:cNvPr id="24" name="Flowchart: Display 23">
            <a:extLst>
              <a:ext uri="{FF2B5EF4-FFF2-40B4-BE49-F238E27FC236}">
                <a16:creationId xmlns:a16="http://schemas.microsoft.com/office/drawing/2014/main" id="{9BF0E68A-49D8-276F-84E8-270688063410}"/>
              </a:ext>
            </a:extLst>
          </p:cNvPr>
          <p:cNvSpPr/>
          <p:nvPr/>
        </p:nvSpPr>
        <p:spPr>
          <a:xfrm>
            <a:off x="4900559" y="6619784"/>
            <a:ext cx="1590261" cy="735361"/>
          </a:xfrm>
          <a:prstGeom prst="flowChartDispla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Display result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85253A9D-193D-C457-1D35-0EBE3249378E}"/>
              </a:ext>
            </a:extLst>
          </p:cNvPr>
          <p:cNvSpPr/>
          <p:nvPr/>
        </p:nvSpPr>
        <p:spPr>
          <a:xfrm>
            <a:off x="7535799" y="2783746"/>
            <a:ext cx="2113722" cy="66765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Relax filtering rule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724A62-19CE-91A5-AAEE-B1F0F526BFD4}"/>
              </a:ext>
            </a:extLst>
          </p:cNvPr>
          <p:cNvSpPr txBox="1"/>
          <p:nvPr/>
        </p:nvSpPr>
        <p:spPr>
          <a:xfrm>
            <a:off x="6796274" y="3622040"/>
            <a:ext cx="700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89595F-B3D9-E3FB-0EA0-27A9AAD9828D}"/>
              </a:ext>
            </a:extLst>
          </p:cNvPr>
          <p:cNvCxnSpPr>
            <a:stCxn id="19" idx="2"/>
            <a:endCxn id="20" idx="1"/>
          </p:cNvCxnSpPr>
          <p:nvPr/>
        </p:nvCxnSpPr>
        <p:spPr>
          <a:xfrm flipH="1">
            <a:off x="5695689" y="334905"/>
            <a:ext cx="1" cy="5056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C9D1A4C-D65F-5801-7A45-A0A3FCC333D7}"/>
              </a:ext>
            </a:extLst>
          </p:cNvPr>
          <p:cNvCxnSpPr/>
          <p:nvPr/>
        </p:nvCxnSpPr>
        <p:spPr>
          <a:xfrm flipH="1">
            <a:off x="5695687" y="1404328"/>
            <a:ext cx="1" cy="5056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88E97F-6683-5F5E-5B70-C51CD7890E6F}"/>
              </a:ext>
            </a:extLst>
          </p:cNvPr>
          <p:cNvCxnSpPr/>
          <p:nvPr/>
        </p:nvCxnSpPr>
        <p:spPr>
          <a:xfrm flipH="1">
            <a:off x="5695686" y="2577603"/>
            <a:ext cx="1" cy="5056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D0D39B1-03BE-AC4B-C238-5162D7D8A440}"/>
              </a:ext>
            </a:extLst>
          </p:cNvPr>
          <p:cNvCxnSpPr/>
          <p:nvPr/>
        </p:nvCxnSpPr>
        <p:spPr>
          <a:xfrm flipH="1">
            <a:off x="5695685" y="4940890"/>
            <a:ext cx="1" cy="5056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CB06B7-856B-4730-40A9-AB7EAE278727}"/>
              </a:ext>
            </a:extLst>
          </p:cNvPr>
          <p:cNvCxnSpPr/>
          <p:nvPr/>
        </p:nvCxnSpPr>
        <p:spPr>
          <a:xfrm flipH="1">
            <a:off x="5695684" y="6114165"/>
            <a:ext cx="1" cy="5056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B9A82F-49A4-9D1F-1D90-F8DF92DA974D}"/>
              </a:ext>
            </a:extLst>
          </p:cNvPr>
          <p:cNvCxnSpPr>
            <a:cxnSpLocks/>
          </p:cNvCxnSpPr>
          <p:nvPr/>
        </p:nvCxnSpPr>
        <p:spPr>
          <a:xfrm flipH="1">
            <a:off x="6752550" y="2243776"/>
            <a:ext cx="184011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90F694-FA34-D12B-0851-D70F115AF012}"/>
              </a:ext>
            </a:extLst>
          </p:cNvPr>
          <p:cNvCxnSpPr>
            <a:cxnSpLocks/>
          </p:cNvCxnSpPr>
          <p:nvPr/>
        </p:nvCxnSpPr>
        <p:spPr>
          <a:xfrm>
            <a:off x="6967971" y="4012056"/>
            <a:ext cx="1624689" cy="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0C9973-F44D-0075-C4DE-97ABB4E31511}"/>
              </a:ext>
            </a:extLst>
          </p:cNvPr>
          <p:cNvCxnSpPr>
            <a:cxnSpLocks/>
          </p:cNvCxnSpPr>
          <p:nvPr/>
        </p:nvCxnSpPr>
        <p:spPr>
          <a:xfrm flipV="1">
            <a:off x="8592660" y="3451402"/>
            <a:ext cx="0" cy="5606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7C1F92-33AC-902B-9B7D-162FED4EA33B}"/>
              </a:ext>
            </a:extLst>
          </p:cNvPr>
          <p:cNvCxnSpPr>
            <a:cxnSpLocks/>
          </p:cNvCxnSpPr>
          <p:nvPr/>
        </p:nvCxnSpPr>
        <p:spPr>
          <a:xfrm>
            <a:off x="8592660" y="2243775"/>
            <a:ext cx="0" cy="539971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648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Widescreen</PresentationFormat>
  <Paragraphs>194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Casson</dc:creator>
  <cp:lastModifiedBy>Alex Casson</cp:lastModifiedBy>
  <cp:revision>4</cp:revision>
  <dcterms:created xsi:type="dcterms:W3CDTF">2025-03-15T06:37:09Z</dcterms:created>
  <dcterms:modified xsi:type="dcterms:W3CDTF">2026-02-07T13:52:43Z</dcterms:modified>
</cp:coreProperties>
</file>